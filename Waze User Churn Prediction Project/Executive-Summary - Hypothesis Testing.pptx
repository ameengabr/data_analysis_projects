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3" r:id="rId1"/>
  </p:sldMasterIdLst>
  <p:notesMasterIdLst>
    <p:notesMasterId r:id="rId3"/>
  </p:notesMasterIdLst>
  <p:sldIdLst>
    <p:sldId id="256" r:id="rId2"/>
  </p:sldIdLst>
  <p:sldSz cx="7772400" cy="10058400"/>
  <p:notesSz cx="6858000" cy="9144000"/>
  <p:embeddedFontLst>
    <p:embeddedFont>
      <p:font typeface="Google Sans" panose="020B0604020202020204" charset="0"/>
      <p:regular r:id="rId4"/>
      <p:bold r:id="rId5"/>
      <p:italic r:id="rId6"/>
      <p:boldItalic r:id="rId7"/>
    </p:embeddedFont>
    <p:embeddedFont>
      <p:font typeface="Google Sans SemiBold" panose="020B0604020202020204" charset="0"/>
      <p:regular r:id="rId8"/>
      <p:bold r:id="rId9"/>
      <p:italic r:id="rId10"/>
      <p:boldItalic r:id="rId11"/>
    </p:embeddedFont>
    <p:embeddedFont>
      <p:font typeface="PT Sans Narrow" panose="020B0506020203020204" pitchFamily="34" charset="0"/>
      <p:regular r:id="rId12"/>
      <p:bold r:id="rId13"/>
    </p:embeddedFont>
    <p:embeddedFont>
      <p:font typeface="Work Sans" pitchFamily="2" charset="0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311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font" Target="fonts/font10.fntdata"/><Relationship Id="rId1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21" Type="http://schemas.openxmlformats.org/officeDocument/2006/relationships/tableStyles" Target="tableStyles.xml"/><Relationship Id="rId7" Type="http://schemas.openxmlformats.org/officeDocument/2006/relationships/font" Target="fonts/font4.fntdata"/><Relationship Id="rId12" Type="http://schemas.openxmlformats.org/officeDocument/2006/relationships/font" Target="fonts/font9.fntdata"/><Relationship Id="rId17" Type="http://schemas.openxmlformats.org/officeDocument/2006/relationships/font" Target="fonts/font14.fntdata"/><Relationship Id="rId2" Type="http://schemas.openxmlformats.org/officeDocument/2006/relationships/slide" Target="slides/slide1.xml"/><Relationship Id="rId16" Type="http://schemas.openxmlformats.org/officeDocument/2006/relationships/font" Target="fonts/font1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schemas.openxmlformats.org/officeDocument/2006/relationships/font" Target="fonts/font12.fntdata"/><Relationship Id="rId10" Type="http://schemas.openxmlformats.org/officeDocument/2006/relationships/font" Target="fonts/font7.fntdata"/><Relationship Id="rId19" Type="http://schemas.openxmlformats.org/officeDocument/2006/relationships/viewProps" Target="viewProps.xml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font" Target="fonts/font1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04480" y="685800"/>
            <a:ext cx="2649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thenounproject.com/icon/android-phone-752493/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thenounproject.com/icon/iphone-1314326/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1390e7c1ad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95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1390e7c1ad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Image Credits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Android Phone Icon</a:t>
            </a:r>
            <a:r>
              <a:rPr lang="en"/>
              <a:t>: Created by Devendra Karkar from the Noun Project 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u="sng">
                <a:solidFill>
                  <a:schemeClr val="hlink"/>
                </a:solidFill>
                <a:hlinkClick r:id="rId4"/>
              </a:rPr>
              <a:t>iPhone Icon</a:t>
            </a:r>
            <a:r>
              <a:rPr lang="en"/>
              <a:t>: Created by Landan Lloyd from the Noun Project 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1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oogle Shape;11;p2"/>
          <p:cNvGrpSpPr/>
          <p:nvPr/>
        </p:nvGrpSpPr>
        <p:grpSpPr>
          <a:xfrm>
            <a:off x="172055" y="1468890"/>
            <a:ext cx="7434543" cy="62982"/>
            <a:chOff x="1890075" y="5241175"/>
            <a:chExt cx="4240556" cy="2577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w="9525" cap="flat" cmpd="sng">
              <a:solidFill>
                <a:srgbClr val="4285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w="9525" cap="flat" cmpd="sng">
              <a:solidFill>
                <a:srgbClr val="DB44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w="9525" cap="flat" cmpd="sng">
              <a:solidFill>
                <a:srgbClr val="F4B4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w="9525" cap="flat" cmpd="sng">
              <a:solidFill>
                <a:srgbClr val="0F9D5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16" name="Google Shape;16;p2"/>
          <p:cNvSpPr/>
          <p:nvPr/>
        </p:nvSpPr>
        <p:spPr>
          <a:xfrm>
            <a:off x="172050" y="2765600"/>
            <a:ext cx="3076800" cy="7293000"/>
          </a:xfrm>
          <a:prstGeom prst="roundRect">
            <a:avLst>
              <a:gd name="adj" fmla="val 0"/>
            </a:avLst>
          </a:prstGeom>
          <a:solidFill>
            <a:srgbClr val="CCCC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  <p:grpSp>
        <p:nvGrpSpPr>
          <p:cNvPr id="17" name="Google Shape;17;p2"/>
          <p:cNvGrpSpPr/>
          <p:nvPr/>
        </p:nvGrpSpPr>
        <p:grpSpPr>
          <a:xfrm>
            <a:off x="168930" y="2702615"/>
            <a:ext cx="7434543" cy="62982"/>
            <a:chOff x="1890075" y="5241175"/>
            <a:chExt cx="4240556" cy="257700"/>
          </a:xfrm>
        </p:grpSpPr>
        <p:sp>
          <p:nvSpPr>
            <p:cNvPr id="18" name="Google Shape;18;p2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w="9525" cap="flat" cmpd="sng">
              <a:solidFill>
                <a:srgbClr val="4285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9" name="Google Shape;19;p2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w="9525" cap="flat" cmpd="sng">
              <a:solidFill>
                <a:srgbClr val="DB44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0" name="Google Shape;20;p2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w="9525" cap="flat" cmpd="sng">
              <a:solidFill>
                <a:srgbClr val="F4B4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1" name="Google Shape;21;p2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w="9525" cap="flat" cmpd="sng">
              <a:solidFill>
                <a:srgbClr val="0F9D5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</p:grpSp>
      <p:cxnSp>
        <p:nvCxnSpPr>
          <p:cNvPr id="22" name="Google Shape;22;p2"/>
          <p:cNvCxnSpPr>
            <a:stCxn id="12" idx="0"/>
          </p:cNvCxnSpPr>
          <p:nvPr/>
        </p:nvCxnSpPr>
        <p:spPr>
          <a:xfrm>
            <a:off x="172055" y="1500381"/>
            <a:ext cx="0" cy="85905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" name="Google Shape;23;p2"/>
          <p:cNvCxnSpPr/>
          <p:nvPr/>
        </p:nvCxnSpPr>
        <p:spPr>
          <a:xfrm>
            <a:off x="7603480" y="1500381"/>
            <a:ext cx="0" cy="85905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4" name="Google Shape;24;p2"/>
          <p:cNvGrpSpPr/>
          <p:nvPr/>
        </p:nvGrpSpPr>
        <p:grpSpPr>
          <a:xfrm>
            <a:off x="0" y="3413775"/>
            <a:ext cx="3530025" cy="746350"/>
            <a:chOff x="0" y="3156075"/>
            <a:chExt cx="3530025" cy="746350"/>
          </a:xfrm>
        </p:grpSpPr>
        <p:sp>
          <p:nvSpPr>
            <p:cNvPr id="25" name="Google Shape;25;p2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name="adj" fmla="val 102819"/>
              </a:avLst>
            </a:prstGeom>
            <a:solidFill>
              <a:srgbClr val="4F4F4F"/>
            </a:solidFill>
            <a:ln w="9525" cap="flat" cmpd="sng">
              <a:solidFill>
                <a:srgbClr val="5757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w="9525" cap="flat" cmpd="sng">
              <a:solidFill>
                <a:srgbClr val="5757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</p:grpSp>
      <p:grpSp>
        <p:nvGrpSpPr>
          <p:cNvPr id="27" name="Google Shape;27;p2"/>
          <p:cNvGrpSpPr/>
          <p:nvPr/>
        </p:nvGrpSpPr>
        <p:grpSpPr>
          <a:xfrm>
            <a:off x="3248850" y="2867100"/>
            <a:ext cx="4936034" cy="746350"/>
            <a:chOff x="0" y="3156075"/>
            <a:chExt cx="3530025" cy="746350"/>
          </a:xfrm>
        </p:grpSpPr>
        <p:sp>
          <p:nvSpPr>
            <p:cNvPr id="28" name="Google Shape;28;p2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name="adj" fmla="val 102819"/>
              </a:avLst>
            </a:prstGeom>
            <a:solidFill>
              <a:srgbClr val="4F4F4F"/>
            </a:solidFill>
            <a:ln w="9525" cap="flat" cmpd="sng">
              <a:solidFill>
                <a:srgbClr val="5757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w="9525" cap="flat" cmpd="sng">
              <a:solidFill>
                <a:srgbClr val="5757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3248850" y="7166275"/>
            <a:ext cx="4936034" cy="746350"/>
            <a:chOff x="0" y="3156075"/>
            <a:chExt cx="3530025" cy="746350"/>
          </a:xfrm>
        </p:grpSpPr>
        <p:sp>
          <p:nvSpPr>
            <p:cNvPr id="31" name="Google Shape;31;p2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name="adj" fmla="val 102819"/>
              </a:avLst>
            </a:prstGeom>
            <a:solidFill>
              <a:srgbClr val="4F4F4F"/>
            </a:solidFill>
            <a:ln w="9525" cap="flat" cmpd="sng">
              <a:solidFill>
                <a:srgbClr val="5757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w="9525" cap="flat" cmpd="sng">
              <a:solidFill>
                <a:srgbClr val="5757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33" name="Google Shape;33;p2"/>
          <p:cNvSpPr txBox="1"/>
          <p:nvPr/>
        </p:nvSpPr>
        <p:spPr>
          <a:xfrm>
            <a:off x="188700" y="3410750"/>
            <a:ext cx="3074400" cy="4632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2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Key Insights </a:t>
            </a:r>
            <a:endParaRPr sz="1900">
              <a:solidFill>
                <a:schemeClr val="lt2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34" name="Google Shape;34;p2"/>
          <p:cNvSpPr txBox="1"/>
          <p:nvPr/>
        </p:nvSpPr>
        <p:spPr>
          <a:xfrm>
            <a:off x="3263100" y="2852500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2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Details </a:t>
            </a:r>
            <a:endParaRPr sz="1900">
              <a:solidFill>
                <a:schemeClr val="lt2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35" name="Google Shape;35;p2"/>
          <p:cNvSpPr txBox="1"/>
          <p:nvPr/>
        </p:nvSpPr>
        <p:spPr>
          <a:xfrm>
            <a:off x="3263100" y="7164075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2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Next Steps </a:t>
            </a:r>
            <a:endParaRPr sz="1900">
              <a:solidFill>
                <a:schemeClr val="lt2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36" name="Google Shape;36;p2"/>
          <p:cNvSpPr txBox="1">
            <a:spLocks noGrp="1"/>
          </p:cNvSpPr>
          <p:nvPr>
            <p:ph type="title"/>
          </p:nvPr>
        </p:nvSpPr>
        <p:spPr>
          <a:xfrm>
            <a:off x="168925" y="324775"/>
            <a:ext cx="7408500" cy="771300"/>
          </a:xfrm>
          <a:prstGeom prst="rect">
            <a:avLst/>
          </a:prstGeom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2"/>
          <p:cNvSpPr txBox="1">
            <a:spLocks noGrp="1"/>
          </p:cNvSpPr>
          <p:nvPr>
            <p:ph type="subTitle" idx="1"/>
          </p:nvPr>
        </p:nvSpPr>
        <p:spPr>
          <a:xfrm>
            <a:off x="2263675" y="826975"/>
            <a:ext cx="3219000" cy="26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 Narrow"/>
              <a:buNone/>
              <a:defRPr sz="1200">
                <a:solidFill>
                  <a:schemeClr val="dk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2">
  <p:cSld name="TITLE_1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" name="Google Shape;39;p3"/>
          <p:cNvCxnSpPr/>
          <p:nvPr/>
        </p:nvCxnSpPr>
        <p:spPr>
          <a:xfrm>
            <a:off x="3049395" y="901911"/>
            <a:ext cx="0" cy="59244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0" name="Google Shape;40;p3"/>
          <p:cNvCxnSpPr>
            <a:stCxn id="41" idx="0"/>
          </p:cNvCxnSpPr>
          <p:nvPr/>
        </p:nvCxnSpPr>
        <p:spPr>
          <a:xfrm flipH="1">
            <a:off x="172045" y="903711"/>
            <a:ext cx="18300" cy="91872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2" name="Google Shape;42;p3"/>
          <p:cNvGrpSpPr/>
          <p:nvPr/>
        </p:nvGrpSpPr>
        <p:grpSpPr>
          <a:xfrm>
            <a:off x="190345" y="900758"/>
            <a:ext cx="7581747" cy="5906"/>
            <a:chOff x="1890075" y="5241175"/>
            <a:chExt cx="4240556" cy="257700"/>
          </a:xfrm>
        </p:grpSpPr>
        <p:sp>
          <p:nvSpPr>
            <p:cNvPr id="41" name="Google Shape;41;p3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w="9525" cap="flat" cmpd="sng">
              <a:solidFill>
                <a:srgbClr val="4285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43" name="Google Shape;43;p3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w="9525" cap="flat" cmpd="sng">
              <a:solidFill>
                <a:srgbClr val="DB44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44" name="Google Shape;44;p3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w="9525" cap="flat" cmpd="sng">
              <a:solidFill>
                <a:srgbClr val="F4B4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45" name="Google Shape;45;p3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w="9525" cap="flat" cmpd="sng">
              <a:solidFill>
                <a:srgbClr val="0F9D5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</p:grpSp>
      <p:grpSp>
        <p:nvGrpSpPr>
          <p:cNvPr id="46" name="Google Shape;46;p3"/>
          <p:cNvGrpSpPr/>
          <p:nvPr/>
        </p:nvGrpSpPr>
        <p:grpSpPr>
          <a:xfrm>
            <a:off x="190320" y="931759"/>
            <a:ext cx="7581691" cy="5901"/>
            <a:chOff x="1890075" y="5241175"/>
            <a:chExt cx="4240556" cy="257700"/>
          </a:xfrm>
        </p:grpSpPr>
        <p:sp>
          <p:nvSpPr>
            <p:cNvPr id="47" name="Google Shape;47;p3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w="9525" cap="flat" cmpd="sng">
              <a:solidFill>
                <a:srgbClr val="4285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48" name="Google Shape;48;p3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w="9525" cap="flat" cmpd="sng">
              <a:solidFill>
                <a:srgbClr val="DB44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49" name="Google Shape;49;p3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w="9525" cap="flat" cmpd="sng">
              <a:solidFill>
                <a:srgbClr val="F4B4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50" name="Google Shape;50;p3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w="9525" cap="flat" cmpd="sng">
              <a:solidFill>
                <a:srgbClr val="0F9D5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51" name="Google Shape;51;p3"/>
          <p:cNvSpPr/>
          <p:nvPr/>
        </p:nvSpPr>
        <p:spPr>
          <a:xfrm rot="248910">
            <a:off x="7469568" y="-16320"/>
            <a:ext cx="1791494" cy="10540289"/>
          </a:xfrm>
          <a:prstGeom prst="rtTriangle">
            <a:avLst/>
          </a:prstGeom>
          <a:solidFill>
            <a:srgbClr val="B7B7B7"/>
          </a:solidFill>
          <a:ln w="9525" cap="flat" cmpd="sng">
            <a:solidFill>
              <a:srgbClr val="CFB99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CFB991"/>
              </a:solidFill>
            </a:endParaRPr>
          </a:p>
        </p:txBody>
      </p:sp>
      <p:sp>
        <p:nvSpPr>
          <p:cNvPr id="52" name="Google Shape;52;p3"/>
          <p:cNvSpPr txBox="1"/>
          <p:nvPr/>
        </p:nvSpPr>
        <p:spPr>
          <a:xfrm>
            <a:off x="490594" y="1086900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ISSUE / PROBLEM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53" name="Google Shape;53;p3"/>
          <p:cNvGrpSpPr/>
          <p:nvPr/>
        </p:nvGrpSpPr>
        <p:grpSpPr>
          <a:xfrm>
            <a:off x="372224" y="1193225"/>
            <a:ext cx="137818" cy="187200"/>
            <a:chOff x="507100" y="1997600"/>
            <a:chExt cx="158375" cy="187200"/>
          </a:xfrm>
        </p:grpSpPr>
        <p:sp>
          <p:nvSpPr>
            <p:cNvPr id="54" name="Google Shape;54;p3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name="adj" fmla="val 50000"/>
              </a:avLst>
            </a:prstGeom>
            <a:solidFill>
              <a:srgbClr val="595959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3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name="adj" fmla="val 50000"/>
              </a:avLst>
            </a:prstGeom>
            <a:solidFill>
              <a:srgbClr val="999999"/>
            </a:solidFill>
            <a:ln w="9525" cap="flat" cmpd="sng">
              <a:solidFill>
                <a:srgbClr val="99999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6" name="Google Shape;56;p3"/>
          <p:cNvSpPr txBox="1"/>
          <p:nvPr/>
        </p:nvSpPr>
        <p:spPr>
          <a:xfrm>
            <a:off x="3314919" y="1086900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RESPONSE 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57" name="Google Shape;57;p3"/>
          <p:cNvGrpSpPr/>
          <p:nvPr/>
        </p:nvGrpSpPr>
        <p:grpSpPr>
          <a:xfrm>
            <a:off x="3196549" y="1193225"/>
            <a:ext cx="137818" cy="187200"/>
            <a:chOff x="507100" y="1997600"/>
            <a:chExt cx="158375" cy="187200"/>
          </a:xfrm>
        </p:grpSpPr>
        <p:sp>
          <p:nvSpPr>
            <p:cNvPr id="58" name="Google Shape;58;p3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name="adj" fmla="val 50000"/>
              </a:avLst>
            </a:prstGeom>
            <a:solidFill>
              <a:srgbClr val="595959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3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name="adj" fmla="val 50000"/>
              </a:avLst>
            </a:prstGeom>
            <a:solidFill>
              <a:srgbClr val="999999"/>
            </a:solidFill>
            <a:ln w="9525" cap="flat" cmpd="sng">
              <a:solidFill>
                <a:srgbClr val="99999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" name="Google Shape;60;p3"/>
          <p:cNvSpPr txBox="1"/>
          <p:nvPr/>
        </p:nvSpPr>
        <p:spPr>
          <a:xfrm>
            <a:off x="3314919" y="3910100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IMPACT 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61" name="Google Shape;61;p3"/>
          <p:cNvGrpSpPr/>
          <p:nvPr/>
        </p:nvGrpSpPr>
        <p:grpSpPr>
          <a:xfrm>
            <a:off x="3196549" y="4016425"/>
            <a:ext cx="137818" cy="187200"/>
            <a:chOff x="507100" y="1997600"/>
            <a:chExt cx="158375" cy="187200"/>
          </a:xfrm>
        </p:grpSpPr>
        <p:sp>
          <p:nvSpPr>
            <p:cNvPr id="62" name="Google Shape;62;p3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name="adj" fmla="val 50000"/>
              </a:avLst>
            </a:prstGeom>
            <a:solidFill>
              <a:srgbClr val="595959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3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name="adj" fmla="val 50000"/>
              </a:avLst>
            </a:prstGeom>
            <a:solidFill>
              <a:srgbClr val="999999"/>
            </a:solidFill>
            <a:ln w="9525" cap="flat" cmpd="sng">
              <a:solidFill>
                <a:srgbClr val="99999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4" name="Google Shape;64;p3"/>
          <p:cNvGrpSpPr/>
          <p:nvPr/>
        </p:nvGrpSpPr>
        <p:grpSpPr>
          <a:xfrm>
            <a:off x="172050" y="4643025"/>
            <a:ext cx="2852450" cy="2183285"/>
            <a:chOff x="404700" y="4541500"/>
            <a:chExt cx="2852450" cy="2183285"/>
          </a:xfrm>
        </p:grpSpPr>
        <p:sp>
          <p:nvSpPr>
            <p:cNvPr id="65" name="Google Shape;65;p3"/>
            <p:cNvSpPr/>
            <p:nvPr/>
          </p:nvSpPr>
          <p:spPr>
            <a:xfrm>
              <a:off x="404700" y="4574127"/>
              <a:ext cx="2758200" cy="2148000"/>
            </a:xfrm>
            <a:prstGeom prst="rect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3"/>
            <p:cNvSpPr/>
            <p:nvPr/>
          </p:nvSpPr>
          <p:spPr>
            <a:xfrm>
              <a:off x="452450" y="4614885"/>
              <a:ext cx="2804700" cy="2109900"/>
            </a:xfrm>
            <a:prstGeom prst="rect">
              <a:avLst/>
            </a:prstGeom>
            <a:solidFill>
              <a:srgbClr val="CCCCCC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3"/>
            <p:cNvSpPr txBox="1"/>
            <p:nvPr/>
          </p:nvSpPr>
          <p:spPr>
            <a:xfrm>
              <a:off x="643125" y="4541500"/>
              <a:ext cx="25959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latin typeface="Work Sans"/>
                  <a:ea typeface="Work Sans"/>
                  <a:cs typeface="Work Sans"/>
                  <a:sym typeface="Work Sans"/>
                </a:rPr>
                <a:t>KEY INSIGHTS</a:t>
              </a:r>
              <a:endParaRPr sz="1500"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68" name="Google Shape;68;p3"/>
            <p:cNvSpPr/>
            <p:nvPr/>
          </p:nvSpPr>
          <p:spPr>
            <a:xfrm>
              <a:off x="529575" y="4663612"/>
              <a:ext cx="135900" cy="200400"/>
            </a:xfrm>
            <a:prstGeom prst="chevron">
              <a:avLst>
                <a:gd name="adj" fmla="val 50000"/>
              </a:avLst>
            </a:prstGeom>
            <a:solidFill>
              <a:srgbClr val="595959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3"/>
            <p:cNvSpPr/>
            <p:nvPr/>
          </p:nvSpPr>
          <p:spPr>
            <a:xfrm>
              <a:off x="507100" y="4684392"/>
              <a:ext cx="135900" cy="156900"/>
            </a:xfrm>
            <a:prstGeom prst="chevron">
              <a:avLst>
                <a:gd name="adj" fmla="val 50000"/>
              </a:avLst>
            </a:prstGeom>
            <a:solidFill>
              <a:srgbClr val="999999"/>
            </a:solidFill>
            <a:ln w="9525" cap="flat" cmpd="sng">
              <a:solidFill>
                <a:srgbClr val="99999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0" name="Google Shape;70;p3"/>
          <p:cNvSpPr/>
          <p:nvPr/>
        </p:nvSpPr>
        <p:spPr>
          <a:xfrm>
            <a:off x="3668950" y="6615125"/>
            <a:ext cx="3184200" cy="2495700"/>
          </a:xfrm>
          <a:prstGeom prst="rect">
            <a:avLst/>
          </a:prstGeom>
          <a:solidFill>
            <a:srgbClr val="666666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3"/>
          <p:cNvSpPr/>
          <p:nvPr/>
        </p:nvSpPr>
        <p:spPr>
          <a:xfrm>
            <a:off x="1043125" y="7288425"/>
            <a:ext cx="2573100" cy="2261400"/>
          </a:xfrm>
          <a:prstGeom prst="rect">
            <a:avLst/>
          </a:prstGeom>
          <a:solidFill>
            <a:srgbClr val="666666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3"/>
          <p:cNvSpPr>
            <a:spLocks noGrp="1"/>
          </p:cNvSpPr>
          <p:nvPr>
            <p:ph type="pic" idx="2"/>
          </p:nvPr>
        </p:nvSpPr>
        <p:spPr>
          <a:xfrm>
            <a:off x="3681075" y="6466100"/>
            <a:ext cx="3035400" cy="24957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3" name="Google Shape;73;p3"/>
          <p:cNvSpPr>
            <a:spLocks noGrp="1"/>
          </p:cNvSpPr>
          <p:nvPr>
            <p:ph type="pic" idx="3"/>
          </p:nvPr>
        </p:nvSpPr>
        <p:spPr>
          <a:xfrm>
            <a:off x="1162700" y="7044000"/>
            <a:ext cx="2453400" cy="2398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" name="Google Shape;74;p3"/>
          <p:cNvSpPr txBox="1"/>
          <p:nvPr/>
        </p:nvSpPr>
        <p:spPr>
          <a:xfrm>
            <a:off x="510050" y="9659903"/>
            <a:ext cx="30816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i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 txBox="1">
            <a:spLocks noGrp="1"/>
          </p:cNvSpPr>
          <p:nvPr>
            <p:ph type="title"/>
          </p:nvPr>
        </p:nvSpPr>
        <p:spPr>
          <a:xfrm>
            <a:off x="190350" y="11200"/>
            <a:ext cx="7290900" cy="771300"/>
          </a:xfrm>
          <a:prstGeom prst="rect">
            <a:avLst/>
          </a:prstGeom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"/>
          <p:cNvSpPr txBox="1">
            <a:spLocks noGrp="1"/>
          </p:cNvSpPr>
          <p:nvPr>
            <p:ph type="subTitle" idx="1"/>
          </p:nvPr>
        </p:nvSpPr>
        <p:spPr>
          <a:xfrm>
            <a:off x="2226300" y="513400"/>
            <a:ext cx="3219000" cy="26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 Narrow"/>
              <a:buNone/>
              <a:defRPr sz="1200">
                <a:solidFill>
                  <a:schemeClr val="dk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3">
  <p:cSld name="CUSTOM_2_1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Google Shape;78;p4"/>
          <p:cNvCxnSpPr/>
          <p:nvPr/>
        </p:nvCxnSpPr>
        <p:spPr>
          <a:xfrm>
            <a:off x="417963" y="311025"/>
            <a:ext cx="28200" cy="87771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79" name="Google Shape;79;p4"/>
          <p:cNvGrpSpPr/>
          <p:nvPr/>
        </p:nvGrpSpPr>
        <p:grpSpPr>
          <a:xfrm>
            <a:off x="404725" y="1681475"/>
            <a:ext cx="6908400" cy="72025"/>
            <a:chOff x="404725" y="1681475"/>
            <a:chExt cx="6908400" cy="72025"/>
          </a:xfrm>
        </p:grpSpPr>
        <p:cxnSp>
          <p:nvCxnSpPr>
            <p:cNvPr id="80" name="Google Shape;80;p4"/>
            <p:cNvCxnSpPr/>
            <p:nvPr/>
          </p:nvCxnSpPr>
          <p:spPr>
            <a:xfrm rot="10800000" flipH="1">
              <a:off x="404725" y="1681475"/>
              <a:ext cx="6908400" cy="16800"/>
            </a:xfrm>
            <a:prstGeom prst="straightConnector1">
              <a:avLst/>
            </a:prstGeom>
            <a:noFill/>
            <a:ln w="38100" cap="flat" cmpd="sng">
              <a:solidFill>
                <a:srgbClr val="66666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1" name="Google Shape;81;p4"/>
            <p:cNvCxnSpPr/>
            <p:nvPr/>
          </p:nvCxnSpPr>
          <p:spPr>
            <a:xfrm rot="10800000" flipH="1">
              <a:off x="404725" y="1736700"/>
              <a:ext cx="6908400" cy="16800"/>
            </a:xfrm>
            <a:prstGeom prst="straightConnector1">
              <a:avLst/>
            </a:prstGeom>
            <a:noFill/>
            <a:ln w="38100" cap="flat" cmpd="sng">
              <a:solidFill>
                <a:srgbClr val="666666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cxnSp>
        <p:nvCxnSpPr>
          <p:cNvPr id="82" name="Google Shape;82;p4"/>
          <p:cNvCxnSpPr/>
          <p:nvPr/>
        </p:nvCxnSpPr>
        <p:spPr>
          <a:xfrm>
            <a:off x="7326238" y="311025"/>
            <a:ext cx="28200" cy="87771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3" name="Google Shape;83;p4"/>
          <p:cNvSpPr txBox="1">
            <a:spLocks noGrp="1"/>
          </p:cNvSpPr>
          <p:nvPr>
            <p:ph type="title"/>
          </p:nvPr>
        </p:nvSpPr>
        <p:spPr>
          <a:xfrm>
            <a:off x="404725" y="855800"/>
            <a:ext cx="6908400" cy="771300"/>
          </a:xfrm>
          <a:prstGeom prst="rect">
            <a:avLst/>
          </a:prstGeom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4"/>
          <p:cNvSpPr txBox="1">
            <a:spLocks noGrp="1"/>
          </p:cNvSpPr>
          <p:nvPr>
            <p:ph type="subTitle" idx="1"/>
          </p:nvPr>
        </p:nvSpPr>
        <p:spPr>
          <a:xfrm>
            <a:off x="2249425" y="1360475"/>
            <a:ext cx="3219000" cy="26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 Narrow"/>
              <a:buNone/>
              <a:defRPr sz="1200">
                <a:solidFill>
                  <a:schemeClr val="dk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85" name="Google Shape;85;p4"/>
          <p:cNvCxnSpPr/>
          <p:nvPr/>
        </p:nvCxnSpPr>
        <p:spPr>
          <a:xfrm rot="10800000">
            <a:off x="438150" y="3505200"/>
            <a:ext cx="6896100" cy="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6" name="Google Shape;86;p4"/>
          <p:cNvCxnSpPr/>
          <p:nvPr/>
        </p:nvCxnSpPr>
        <p:spPr>
          <a:xfrm>
            <a:off x="3861475" y="3505200"/>
            <a:ext cx="0" cy="56118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87" name="Google Shape;87;p4"/>
          <p:cNvGrpSpPr/>
          <p:nvPr/>
        </p:nvGrpSpPr>
        <p:grpSpPr>
          <a:xfrm>
            <a:off x="417975" y="1885250"/>
            <a:ext cx="2357775" cy="410125"/>
            <a:chOff x="417975" y="1885250"/>
            <a:chExt cx="2357775" cy="410125"/>
          </a:xfrm>
        </p:grpSpPr>
        <p:sp>
          <p:nvSpPr>
            <p:cNvPr id="88" name="Google Shape;88;p4"/>
            <p:cNvSpPr/>
            <p:nvPr/>
          </p:nvSpPr>
          <p:spPr>
            <a:xfrm>
              <a:off x="417975" y="1885250"/>
              <a:ext cx="2020800" cy="4101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4"/>
            <p:cNvSpPr/>
            <p:nvPr/>
          </p:nvSpPr>
          <p:spPr>
            <a:xfrm rot="10800000">
              <a:off x="2236350" y="1885875"/>
              <a:ext cx="539400" cy="409500"/>
            </a:xfrm>
            <a:prstGeom prst="chevron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4"/>
            <p:cNvSpPr/>
            <p:nvPr/>
          </p:nvSpPr>
          <p:spPr>
            <a:xfrm>
              <a:off x="446175" y="1905300"/>
              <a:ext cx="1946700" cy="364200"/>
            </a:xfrm>
            <a:prstGeom prst="rect">
              <a:avLst/>
            </a:prstGeom>
            <a:solidFill>
              <a:srgbClr val="B7B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4"/>
            <p:cNvSpPr/>
            <p:nvPr/>
          </p:nvSpPr>
          <p:spPr>
            <a:xfrm rot="10800000">
              <a:off x="2198100" y="1906000"/>
              <a:ext cx="519600" cy="363600"/>
            </a:xfrm>
            <a:prstGeom prst="chevron">
              <a:avLst>
                <a:gd name="adj" fmla="val 50000"/>
              </a:avLst>
            </a:prstGeom>
            <a:solidFill>
              <a:srgbClr val="B7B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2" name="Google Shape;92;p4"/>
          <p:cNvGrpSpPr/>
          <p:nvPr/>
        </p:nvGrpSpPr>
        <p:grpSpPr>
          <a:xfrm>
            <a:off x="417975" y="3505200"/>
            <a:ext cx="2357775" cy="410125"/>
            <a:chOff x="265575" y="3352800"/>
            <a:chExt cx="2357775" cy="410125"/>
          </a:xfrm>
        </p:grpSpPr>
        <p:sp>
          <p:nvSpPr>
            <p:cNvPr id="93" name="Google Shape;93;p4"/>
            <p:cNvSpPr/>
            <p:nvPr/>
          </p:nvSpPr>
          <p:spPr>
            <a:xfrm>
              <a:off x="265575" y="3352800"/>
              <a:ext cx="2020800" cy="4101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4"/>
            <p:cNvSpPr/>
            <p:nvPr/>
          </p:nvSpPr>
          <p:spPr>
            <a:xfrm rot="10800000">
              <a:off x="2083950" y="3353425"/>
              <a:ext cx="539400" cy="409500"/>
            </a:xfrm>
            <a:prstGeom prst="chevron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4"/>
            <p:cNvSpPr/>
            <p:nvPr/>
          </p:nvSpPr>
          <p:spPr>
            <a:xfrm>
              <a:off x="293775" y="3372850"/>
              <a:ext cx="1946700" cy="364200"/>
            </a:xfrm>
            <a:prstGeom prst="rect">
              <a:avLst/>
            </a:prstGeom>
            <a:solidFill>
              <a:srgbClr val="B7B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4"/>
            <p:cNvSpPr/>
            <p:nvPr/>
          </p:nvSpPr>
          <p:spPr>
            <a:xfrm rot="10800000">
              <a:off x="2045700" y="3373550"/>
              <a:ext cx="519600" cy="363600"/>
            </a:xfrm>
            <a:prstGeom prst="chevron">
              <a:avLst>
                <a:gd name="adj" fmla="val 50000"/>
              </a:avLst>
            </a:prstGeom>
            <a:solidFill>
              <a:srgbClr val="B7B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7" name="Google Shape;97;p4"/>
          <p:cNvGrpSpPr/>
          <p:nvPr/>
        </p:nvGrpSpPr>
        <p:grpSpPr>
          <a:xfrm>
            <a:off x="3872113" y="3505200"/>
            <a:ext cx="2357775" cy="410125"/>
            <a:chOff x="3567313" y="3200400"/>
            <a:chExt cx="2357775" cy="410125"/>
          </a:xfrm>
        </p:grpSpPr>
        <p:sp>
          <p:nvSpPr>
            <p:cNvPr id="98" name="Google Shape;98;p4"/>
            <p:cNvSpPr/>
            <p:nvPr/>
          </p:nvSpPr>
          <p:spPr>
            <a:xfrm>
              <a:off x="3567313" y="3200400"/>
              <a:ext cx="2020800" cy="4101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4"/>
            <p:cNvSpPr/>
            <p:nvPr/>
          </p:nvSpPr>
          <p:spPr>
            <a:xfrm rot="10800000">
              <a:off x="5385688" y="3201025"/>
              <a:ext cx="539400" cy="409500"/>
            </a:xfrm>
            <a:prstGeom prst="chevron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4"/>
            <p:cNvSpPr/>
            <p:nvPr/>
          </p:nvSpPr>
          <p:spPr>
            <a:xfrm>
              <a:off x="3595513" y="3220450"/>
              <a:ext cx="1946700" cy="364200"/>
            </a:xfrm>
            <a:prstGeom prst="rect">
              <a:avLst/>
            </a:prstGeom>
            <a:solidFill>
              <a:srgbClr val="B7B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4"/>
            <p:cNvSpPr/>
            <p:nvPr/>
          </p:nvSpPr>
          <p:spPr>
            <a:xfrm rot="10800000">
              <a:off x="5347438" y="3221150"/>
              <a:ext cx="519600" cy="363600"/>
            </a:xfrm>
            <a:prstGeom prst="chevron">
              <a:avLst>
                <a:gd name="adj" fmla="val 50000"/>
              </a:avLst>
            </a:prstGeom>
            <a:solidFill>
              <a:srgbClr val="B7B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2" name="Google Shape;102;p4"/>
          <p:cNvGrpSpPr/>
          <p:nvPr/>
        </p:nvGrpSpPr>
        <p:grpSpPr>
          <a:xfrm>
            <a:off x="417963" y="6597750"/>
            <a:ext cx="2357775" cy="410125"/>
            <a:chOff x="-39237" y="6140550"/>
            <a:chExt cx="2357775" cy="410125"/>
          </a:xfrm>
        </p:grpSpPr>
        <p:sp>
          <p:nvSpPr>
            <p:cNvPr id="103" name="Google Shape;103;p4"/>
            <p:cNvSpPr/>
            <p:nvPr/>
          </p:nvSpPr>
          <p:spPr>
            <a:xfrm>
              <a:off x="-39237" y="6140550"/>
              <a:ext cx="2020800" cy="4101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4"/>
            <p:cNvSpPr/>
            <p:nvPr/>
          </p:nvSpPr>
          <p:spPr>
            <a:xfrm rot="10800000">
              <a:off x="1779138" y="6141175"/>
              <a:ext cx="539400" cy="409500"/>
            </a:xfrm>
            <a:prstGeom prst="chevron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4"/>
            <p:cNvSpPr/>
            <p:nvPr/>
          </p:nvSpPr>
          <p:spPr>
            <a:xfrm>
              <a:off x="-11037" y="6160600"/>
              <a:ext cx="1946700" cy="364200"/>
            </a:xfrm>
            <a:prstGeom prst="rect">
              <a:avLst/>
            </a:prstGeom>
            <a:solidFill>
              <a:srgbClr val="B7B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4"/>
            <p:cNvSpPr/>
            <p:nvPr/>
          </p:nvSpPr>
          <p:spPr>
            <a:xfrm rot="10800000">
              <a:off x="1740888" y="6161300"/>
              <a:ext cx="519600" cy="363600"/>
            </a:xfrm>
            <a:prstGeom prst="chevron">
              <a:avLst>
                <a:gd name="adj" fmla="val 50000"/>
              </a:avLst>
            </a:prstGeom>
            <a:solidFill>
              <a:srgbClr val="B7B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7" name="Google Shape;107;p4"/>
          <p:cNvSpPr txBox="1"/>
          <p:nvPr/>
        </p:nvSpPr>
        <p:spPr>
          <a:xfrm>
            <a:off x="554500" y="1908525"/>
            <a:ext cx="1947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Google Sans"/>
                <a:ea typeface="Google Sans"/>
                <a:cs typeface="Google Sans"/>
                <a:sym typeface="Google Sans"/>
              </a:rPr>
              <a:t>OVERVIEW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08" name="Google Shape;108;p4"/>
          <p:cNvSpPr txBox="1"/>
          <p:nvPr/>
        </p:nvSpPr>
        <p:spPr>
          <a:xfrm>
            <a:off x="623213" y="3510163"/>
            <a:ext cx="1947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Google Sans"/>
                <a:ea typeface="Google Sans"/>
                <a:cs typeface="Google Sans"/>
                <a:sym typeface="Google Sans"/>
              </a:rPr>
              <a:t>PROJECT STATUS 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09" name="Google Shape;109;p4"/>
          <p:cNvSpPr txBox="1"/>
          <p:nvPr/>
        </p:nvSpPr>
        <p:spPr>
          <a:xfrm>
            <a:off x="623225" y="6602713"/>
            <a:ext cx="1947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Google Sans"/>
                <a:ea typeface="Google Sans"/>
                <a:cs typeface="Google Sans"/>
                <a:sym typeface="Google Sans"/>
              </a:rPr>
              <a:t>NEXT STEPS 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10" name="Google Shape;110;p4"/>
          <p:cNvSpPr txBox="1"/>
          <p:nvPr/>
        </p:nvSpPr>
        <p:spPr>
          <a:xfrm>
            <a:off x="4077338" y="3505200"/>
            <a:ext cx="1947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Google Sans"/>
                <a:ea typeface="Google Sans"/>
                <a:cs typeface="Google Sans"/>
                <a:sym typeface="Google Sans"/>
              </a:rPr>
              <a:t>KEY INSIGHTS 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11" name="Google Shape;111;p4"/>
          <p:cNvSpPr txBox="1">
            <a:spLocks noGrp="1"/>
          </p:cNvSpPr>
          <p:nvPr>
            <p:ph type="body" idx="2"/>
          </p:nvPr>
        </p:nvSpPr>
        <p:spPr>
          <a:xfrm>
            <a:off x="413425" y="2320675"/>
            <a:ext cx="6896100" cy="102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12" name="Google Shape;112;p4"/>
          <p:cNvSpPr txBox="1">
            <a:spLocks noGrp="1"/>
          </p:cNvSpPr>
          <p:nvPr>
            <p:ph type="body" idx="3"/>
          </p:nvPr>
        </p:nvSpPr>
        <p:spPr>
          <a:xfrm>
            <a:off x="438138" y="3915350"/>
            <a:ext cx="3108300" cy="2370000"/>
          </a:xfrm>
          <a:prstGeom prst="rect">
            <a:avLst/>
          </a:prstGeom>
        </p:spPr>
        <p:txBody>
          <a:bodyPr spcFirstLastPara="1" wrap="square" lIns="57150" tIns="91425" rIns="91425" bIns="91425" anchor="t" anchorCtr="0">
            <a:norm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13" name="Google Shape;113;p4"/>
          <p:cNvSpPr txBox="1">
            <a:spLocks noGrp="1"/>
          </p:cNvSpPr>
          <p:nvPr>
            <p:ph type="body" idx="4"/>
          </p:nvPr>
        </p:nvSpPr>
        <p:spPr>
          <a:xfrm>
            <a:off x="438150" y="7050750"/>
            <a:ext cx="3108300" cy="2255400"/>
          </a:xfrm>
          <a:prstGeom prst="rect">
            <a:avLst/>
          </a:prstGeom>
        </p:spPr>
        <p:txBody>
          <a:bodyPr spcFirstLastPara="1" wrap="square" lIns="57150" tIns="91425" rIns="91425" bIns="91425" anchor="t" anchorCtr="0">
            <a:norm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14" name="Google Shape;114;p4"/>
          <p:cNvSpPr txBox="1">
            <a:spLocks noGrp="1"/>
          </p:cNvSpPr>
          <p:nvPr>
            <p:ph type="body" idx="5"/>
          </p:nvPr>
        </p:nvSpPr>
        <p:spPr>
          <a:xfrm>
            <a:off x="3905525" y="4039263"/>
            <a:ext cx="3219000" cy="2604300"/>
          </a:xfrm>
          <a:prstGeom prst="rect">
            <a:avLst/>
          </a:prstGeom>
        </p:spPr>
        <p:txBody>
          <a:bodyPr spcFirstLastPara="1" wrap="square" lIns="57150" tIns="91425" rIns="91425" bIns="91425" anchor="t" anchorCtr="0">
            <a:norm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15" name="Google Shape;115;p4"/>
          <p:cNvSpPr/>
          <p:nvPr/>
        </p:nvSpPr>
        <p:spPr>
          <a:xfrm>
            <a:off x="4138275" y="6767525"/>
            <a:ext cx="3172200" cy="2495700"/>
          </a:xfrm>
          <a:prstGeom prst="rect">
            <a:avLst/>
          </a:prstGeom>
          <a:solidFill>
            <a:srgbClr val="999999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4"/>
          <p:cNvSpPr txBox="1">
            <a:spLocks noGrp="1"/>
          </p:cNvSpPr>
          <p:nvPr>
            <p:ph type="subTitle" idx="6"/>
          </p:nvPr>
        </p:nvSpPr>
        <p:spPr>
          <a:xfrm>
            <a:off x="4183575" y="9228125"/>
            <a:ext cx="3086700" cy="28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 i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4"/>
          <p:cNvSpPr>
            <a:spLocks noGrp="1"/>
          </p:cNvSpPr>
          <p:nvPr>
            <p:ph type="pic" idx="7"/>
          </p:nvPr>
        </p:nvSpPr>
        <p:spPr>
          <a:xfrm>
            <a:off x="4007763" y="6899688"/>
            <a:ext cx="3172200" cy="23577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55">
          <p15:clr>
            <a:srgbClr val="FA7B17"/>
          </p15:clr>
        </p15:guide>
        <p15:guide id="2" orient="horz" pos="2922">
          <p15:clr>
            <a:srgbClr val="FA7B17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4">
  <p:cSld name="CUSTOM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"/>
          <p:cNvSpPr/>
          <p:nvPr/>
        </p:nvSpPr>
        <p:spPr>
          <a:xfrm flipH="1">
            <a:off x="2748900" y="9168075"/>
            <a:ext cx="5023500" cy="890400"/>
          </a:xfrm>
          <a:prstGeom prst="rtTriangle">
            <a:avLst/>
          </a:prstGeom>
          <a:solidFill>
            <a:srgbClr val="4285F4"/>
          </a:solidFill>
          <a:ln w="9525" cap="flat" cmpd="sng">
            <a:solidFill>
              <a:srgbClr val="4285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0" y="9168075"/>
            <a:ext cx="4138800" cy="890400"/>
          </a:xfrm>
          <a:prstGeom prst="rtTriangle">
            <a:avLst/>
          </a:prstGeom>
          <a:solidFill>
            <a:srgbClr val="DB4437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21" name="Google Shape;121;p5"/>
          <p:cNvSpPr txBox="1">
            <a:spLocks noGrp="1"/>
          </p:cNvSpPr>
          <p:nvPr>
            <p:ph type="title"/>
          </p:nvPr>
        </p:nvSpPr>
        <p:spPr>
          <a:xfrm>
            <a:off x="432000" y="449725"/>
            <a:ext cx="6908400" cy="771300"/>
          </a:xfrm>
          <a:prstGeom prst="rect">
            <a:avLst/>
          </a:prstGeom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5"/>
          <p:cNvSpPr txBox="1">
            <a:spLocks noGrp="1"/>
          </p:cNvSpPr>
          <p:nvPr>
            <p:ph type="subTitle" idx="1"/>
          </p:nvPr>
        </p:nvSpPr>
        <p:spPr>
          <a:xfrm>
            <a:off x="2276700" y="951925"/>
            <a:ext cx="3219000" cy="26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 Narrow"/>
              <a:buNone/>
              <a:defRPr sz="1200">
                <a:solidFill>
                  <a:schemeClr val="dk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23" name="Google Shape;123;p5"/>
          <p:cNvGrpSpPr/>
          <p:nvPr/>
        </p:nvGrpSpPr>
        <p:grpSpPr>
          <a:xfrm>
            <a:off x="95351" y="1392509"/>
            <a:ext cx="7581691" cy="5901"/>
            <a:chOff x="1890075" y="5241175"/>
            <a:chExt cx="4240556" cy="257700"/>
          </a:xfrm>
        </p:grpSpPr>
        <p:sp>
          <p:nvSpPr>
            <p:cNvPr id="124" name="Google Shape;124;p5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w="9525" cap="flat" cmpd="sng">
              <a:solidFill>
                <a:srgbClr val="4285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25" name="Google Shape;125;p5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w="9525" cap="flat" cmpd="sng">
              <a:solidFill>
                <a:srgbClr val="DB44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26" name="Google Shape;126;p5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w="9525" cap="flat" cmpd="sng">
              <a:solidFill>
                <a:srgbClr val="F4B4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27" name="Google Shape;127;p5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w="9525" cap="flat" cmpd="sng">
              <a:solidFill>
                <a:srgbClr val="0F9D5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</p:grpSp>
      <p:grpSp>
        <p:nvGrpSpPr>
          <p:cNvPr id="128" name="Google Shape;128;p5"/>
          <p:cNvGrpSpPr/>
          <p:nvPr/>
        </p:nvGrpSpPr>
        <p:grpSpPr>
          <a:xfrm>
            <a:off x="95351" y="4390584"/>
            <a:ext cx="7581691" cy="5901"/>
            <a:chOff x="1890075" y="5241175"/>
            <a:chExt cx="4240556" cy="257700"/>
          </a:xfrm>
        </p:grpSpPr>
        <p:sp>
          <p:nvSpPr>
            <p:cNvPr id="129" name="Google Shape;129;p5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w="9525" cap="flat" cmpd="sng">
              <a:solidFill>
                <a:srgbClr val="4285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30" name="Google Shape;130;p5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w="9525" cap="flat" cmpd="sng">
              <a:solidFill>
                <a:srgbClr val="DB44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31" name="Google Shape;131;p5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w="9525" cap="flat" cmpd="sng">
              <a:solidFill>
                <a:srgbClr val="F4B4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32" name="Google Shape;132;p5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w="9525" cap="flat" cmpd="sng">
              <a:solidFill>
                <a:srgbClr val="0F9D5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133" name="Google Shape;133;p5"/>
          <p:cNvSpPr/>
          <p:nvPr/>
        </p:nvSpPr>
        <p:spPr>
          <a:xfrm>
            <a:off x="432000" y="1624350"/>
            <a:ext cx="1598400" cy="269100"/>
          </a:xfrm>
          <a:prstGeom prst="rect">
            <a:avLst/>
          </a:prstGeom>
          <a:solidFill>
            <a:srgbClr val="4285F4"/>
          </a:solidFill>
          <a:ln w="9525" cap="flat" cmpd="sng">
            <a:solidFill>
              <a:srgbClr val="4285F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l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Overview </a:t>
            </a:r>
            <a:endParaRPr b="1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432000" y="2620004"/>
            <a:ext cx="1598400" cy="285000"/>
          </a:xfrm>
          <a:prstGeom prst="rect">
            <a:avLst/>
          </a:prstGeom>
          <a:solidFill>
            <a:srgbClr val="DB4437"/>
          </a:solidFill>
          <a:ln w="9525" cap="flat" cmpd="sng">
            <a:solidFill>
              <a:srgbClr val="DB443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Problem</a:t>
            </a:r>
            <a:endParaRPr b="1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432000" y="3615673"/>
            <a:ext cx="1598400" cy="269100"/>
          </a:xfrm>
          <a:prstGeom prst="rect">
            <a:avLst/>
          </a:prstGeom>
          <a:solidFill>
            <a:srgbClr val="F4B400"/>
          </a:solidFill>
          <a:ln w="9525" cap="flat" cmpd="sng">
            <a:solidFill>
              <a:srgbClr val="F4B4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Solution</a:t>
            </a:r>
            <a:endParaRPr b="1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432000" y="4523796"/>
            <a:ext cx="1598400" cy="285000"/>
          </a:xfrm>
          <a:prstGeom prst="rect">
            <a:avLst/>
          </a:prstGeom>
          <a:solidFill>
            <a:srgbClr val="0F9D58"/>
          </a:solidFill>
          <a:ln w="9525" cap="flat" cmpd="sng">
            <a:solidFill>
              <a:srgbClr val="0F9D5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Details </a:t>
            </a:r>
            <a:endParaRPr b="1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432000" y="8144170"/>
            <a:ext cx="1598400" cy="269100"/>
          </a:xfrm>
          <a:prstGeom prst="rect">
            <a:avLst/>
          </a:prstGeom>
          <a:solidFill>
            <a:srgbClr val="4285F4"/>
          </a:solidFill>
          <a:ln w="9525" cap="flat" cmpd="sng">
            <a:solidFill>
              <a:srgbClr val="4285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Next Steps </a:t>
            </a:r>
            <a:endParaRPr b="1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grpSp>
        <p:nvGrpSpPr>
          <p:cNvPr id="138" name="Google Shape;138;p5"/>
          <p:cNvGrpSpPr/>
          <p:nvPr/>
        </p:nvGrpSpPr>
        <p:grpSpPr>
          <a:xfrm>
            <a:off x="95351" y="7971759"/>
            <a:ext cx="7581691" cy="5901"/>
            <a:chOff x="1890075" y="5241175"/>
            <a:chExt cx="4240556" cy="257700"/>
          </a:xfrm>
        </p:grpSpPr>
        <p:sp>
          <p:nvSpPr>
            <p:cNvPr id="139" name="Google Shape;139;p5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w="9525" cap="flat" cmpd="sng">
              <a:solidFill>
                <a:srgbClr val="4285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40" name="Google Shape;140;p5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w="9525" cap="flat" cmpd="sng">
              <a:solidFill>
                <a:srgbClr val="DB44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41" name="Google Shape;141;p5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w="9525" cap="flat" cmpd="sng">
              <a:solidFill>
                <a:srgbClr val="F4B4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42" name="Google Shape;142;p5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w="9525" cap="flat" cmpd="sng">
              <a:solidFill>
                <a:srgbClr val="0F9D5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143" name="Google Shape;143;p5"/>
          <p:cNvSpPr>
            <a:spLocks noGrp="1"/>
          </p:cNvSpPr>
          <p:nvPr>
            <p:ph type="pic" idx="2"/>
          </p:nvPr>
        </p:nvSpPr>
        <p:spPr>
          <a:xfrm>
            <a:off x="4467025" y="4719300"/>
            <a:ext cx="3006900" cy="20448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4 B">
  <p:cSld name="CUSTOM_2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"/>
          <p:cNvSpPr/>
          <p:nvPr/>
        </p:nvSpPr>
        <p:spPr>
          <a:xfrm flipH="1">
            <a:off x="2748900" y="9168075"/>
            <a:ext cx="5023500" cy="890400"/>
          </a:xfrm>
          <a:prstGeom prst="rtTriangle">
            <a:avLst/>
          </a:prstGeom>
          <a:solidFill>
            <a:srgbClr val="4285F4"/>
          </a:solidFill>
          <a:ln w="9525" cap="flat" cmpd="sng">
            <a:solidFill>
              <a:srgbClr val="4285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0" y="9168075"/>
            <a:ext cx="4138800" cy="890400"/>
          </a:xfrm>
          <a:prstGeom prst="rtTriangle">
            <a:avLst/>
          </a:prstGeom>
          <a:solidFill>
            <a:srgbClr val="DB4437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47" name="Google Shape;147;p6"/>
          <p:cNvSpPr txBox="1">
            <a:spLocks noGrp="1"/>
          </p:cNvSpPr>
          <p:nvPr>
            <p:ph type="title"/>
          </p:nvPr>
        </p:nvSpPr>
        <p:spPr>
          <a:xfrm>
            <a:off x="432000" y="449725"/>
            <a:ext cx="6908400" cy="771300"/>
          </a:xfrm>
          <a:prstGeom prst="rect">
            <a:avLst/>
          </a:prstGeom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6"/>
          <p:cNvSpPr txBox="1">
            <a:spLocks noGrp="1"/>
          </p:cNvSpPr>
          <p:nvPr>
            <p:ph type="subTitle" idx="1"/>
          </p:nvPr>
        </p:nvSpPr>
        <p:spPr>
          <a:xfrm>
            <a:off x="2276700" y="951925"/>
            <a:ext cx="3219000" cy="26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 Narrow"/>
              <a:buNone/>
              <a:defRPr sz="1200">
                <a:solidFill>
                  <a:schemeClr val="dk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49" name="Google Shape;149;p6"/>
          <p:cNvGrpSpPr/>
          <p:nvPr/>
        </p:nvGrpSpPr>
        <p:grpSpPr>
          <a:xfrm>
            <a:off x="95351" y="1392509"/>
            <a:ext cx="7581691" cy="5901"/>
            <a:chOff x="1890075" y="5241175"/>
            <a:chExt cx="4240556" cy="257700"/>
          </a:xfrm>
        </p:grpSpPr>
        <p:sp>
          <p:nvSpPr>
            <p:cNvPr id="150" name="Google Shape;150;p6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w="9525" cap="flat" cmpd="sng">
              <a:solidFill>
                <a:srgbClr val="4285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51" name="Google Shape;151;p6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w="9525" cap="flat" cmpd="sng">
              <a:solidFill>
                <a:srgbClr val="DB44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52" name="Google Shape;152;p6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w="9525" cap="flat" cmpd="sng">
              <a:solidFill>
                <a:srgbClr val="F4B4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53" name="Google Shape;153;p6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w="9525" cap="flat" cmpd="sng">
              <a:solidFill>
                <a:srgbClr val="0F9D5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</p:grpSp>
      <p:grpSp>
        <p:nvGrpSpPr>
          <p:cNvPr id="154" name="Google Shape;154;p6"/>
          <p:cNvGrpSpPr/>
          <p:nvPr/>
        </p:nvGrpSpPr>
        <p:grpSpPr>
          <a:xfrm>
            <a:off x="95351" y="4542984"/>
            <a:ext cx="7581691" cy="5901"/>
            <a:chOff x="1890075" y="5241175"/>
            <a:chExt cx="4240556" cy="257700"/>
          </a:xfrm>
        </p:grpSpPr>
        <p:sp>
          <p:nvSpPr>
            <p:cNvPr id="155" name="Google Shape;155;p6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w="9525" cap="flat" cmpd="sng">
              <a:solidFill>
                <a:srgbClr val="4285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56" name="Google Shape;156;p6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w="9525" cap="flat" cmpd="sng">
              <a:solidFill>
                <a:srgbClr val="DB44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57" name="Google Shape;157;p6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w="9525" cap="flat" cmpd="sng">
              <a:solidFill>
                <a:srgbClr val="F4B4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58" name="Google Shape;158;p6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w="9525" cap="flat" cmpd="sng">
              <a:solidFill>
                <a:srgbClr val="0F9D5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159" name="Google Shape;159;p6"/>
          <p:cNvSpPr/>
          <p:nvPr/>
        </p:nvSpPr>
        <p:spPr>
          <a:xfrm>
            <a:off x="432000" y="1624350"/>
            <a:ext cx="1598400" cy="269100"/>
          </a:xfrm>
          <a:prstGeom prst="rect">
            <a:avLst/>
          </a:prstGeom>
          <a:solidFill>
            <a:srgbClr val="4285F4"/>
          </a:solidFill>
          <a:ln w="9525" cap="flat" cmpd="sng">
            <a:solidFill>
              <a:srgbClr val="4285F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l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Overview </a:t>
            </a:r>
            <a:endParaRPr b="1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432000" y="3153404"/>
            <a:ext cx="1598400" cy="285000"/>
          </a:xfrm>
          <a:prstGeom prst="rect">
            <a:avLst/>
          </a:prstGeom>
          <a:solidFill>
            <a:srgbClr val="DB4437"/>
          </a:solidFill>
          <a:ln w="9525" cap="flat" cmpd="sng">
            <a:solidFill>
              <a:srgbClr val="DB443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Objective</a:t>
            </a:r>
            <a:endParaRPr b="1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432000" y="4904796"/>
            <a:ext cx="1598400" cy="285000"/>
          </a:xfrm>
          <a:prstGeom prst="rect">
            <a:avLst/>
          </a:prstGeom>
          <a:solidFill>
            <a:srgbClr val="F4B400"/>
          </a:solidFill>
          <a:ln w="9525" cap="flat" cmpd="sng">
            <a:solidFill>
              <a:srgbClr val="F4B4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Results </a:t>
            </a:r>
            <a:endParaRPr b="1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432000" y="8144170"/>
            <a:ext cx="1598400" cy="269100"/>
          </a:xfrm>
          <a:prstGeom prst="rect">
            <a:avLst/>
          </a:prstGeom>
          <a:solidFill>
            <a:srgbClr val="0F9D58"/>
          </a:solidFill>
          <a:ln w="9525" cap="flat" cmpd="sng">
            <a:solidFill>
              <a:srgbClr val="0F9D5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Next Steps </a:t>
            </a:r>
            <a:endParaRPr b="1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grpSp>
        <p:nvGrpSpPr>
          <p:cNvPr id="163" name="Google Shape;163;p6"/>
          <p:cNvGrpSpPr/>
          <p:nvPr/>
        </p:nvGrpSpPr>
        <p:grpSpPr>
          <a:xfrm>
            <a:off x="95351" y="7971759"/>
            <a:ext cx="7581691" cy="5901"/>
            <a:chOff x="1890075" y="5241175"/>
            <a:chExt cx="4240556" cy="257700"/>
          </a:xfrm>
        </p:grpSpPr>
        <p:sp>
          <p:nvSpPr>
            <p:cNvPr id="164" name="Google Shape;164;p6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w="9525" cap="flat" cmpd="sng">
              <a:solidFill>
                <a:srgbClr val="4285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65" name="Google Shape;165;p6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w="9525" cap="flat" cmpd="sng">
              <a:solidFill>
                <a:srgbClr val="DB44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66" name="Google Shape;166;p6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w="9525" cap="flat" cmpd="sng">
              <a:solidFill>
                <a:srgbClr val="F4B4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67" name="Google Shape;167;p6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w="9525" cap="flat" cmpd="sng">
              <a:solidFill>
                <a:srgbClr val="0F9D5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168" name="Google Shape;168;p6"/>
          <p:cNvSpPr>
            <a:spLocks noGrp="1"/>
          </p:cNvSpPr>
          <p:nvPr>
            <p:ph type="pic" idx="2"/>
          </p:nvPr>
        </p:nvSpPr>
        <p:spPr>
          <a:xfrm>
            <a:off x="4467025" y="5862300"/>
            <a:ext cx="3006900" cy="20448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ogle Sans SemiBold"/>
              <a:buNone/>
              <a:defRPr sz="2800">
                <a:solidFill>
                  <a:schemeClr val="dk1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Char char="●"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○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■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●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○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■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●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○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■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 txBox="1"/>
          <p:nvPr/>
        </p:nvSpPr>
        <p:spPr>
          <a:xfrm>
            <a:off x="3247350" y="1195375"/>
            <a:ext cx="4498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7"/>
          <p:cNvSpPr txBox="1"/>
          <p:nvPr/>
        </p:nvSpPr>
        <p:spPr>
          <a:xfrm>
            <a:off x="2057025" y="1465450"/>
            <a:ext cx="5540100" cy="171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Waze data team is developing a data analytics project to drive overall growth by reducing monthly user churn on the Waze app. As part of this initiative to improve retention, Waze is focusing on gaining a deeper understanding of user behavior. This report provides an update on the project status and presents the findings from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Milestone 4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will inform the next steps in the project’s development.</a:t>
            </a:r>
            <a:endParaRPr sz="1300" dirty="0">
              <a:solidFill>
                <a:srgbClr val="666666"/>
              </a:solidFill>
              <a:latin typeface="Times New Roman" panose="02020603050405020304" pitchFamily="18" charset="0"/>
              <a:ea typeface="Roboto"/>
              <a:cs typeface="Times New Roman" panose="02020603050405020304" pitchFamily="18" charset="0"/>
              <a:sym typeface="Roboto"/>
            </a:endParaRPr>
          </a:p>
        </p:txBody>
      </p:sp>
      <p:sp>
        <p:nvSpPr>
          <p:cNvPr id="174" name="Google Shape;174;p7"/>
          <p:cNvSpPr txBox="1"/>
          <p:nvPr/>
        </p:nvSpPr>
        <p:spPr>
          <a:xfrm>
            <a:off x="4992161" y="5212761"/>
            <a:ext cx="2764075" cy="22159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📊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</a:t>
            </a: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iPhone users showed a slightly higher average number of drives compared to Android users.</a:t>
            </a: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the two-sample t-test results indicate this difference is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statistically significant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meaning device type does not appear to impact driving frequency.</a:t>
            </a:r>
          </a:p>
        </p:txBody>
      </p:sp>
      <p:grpSp>
        <p:nvGrpSpPr>
          <p:cNvPr id="175" name="Google Shape;175;p7"/>
          <p:cNvGrpSpPr/>
          <p:nvPr/>
        </p:nvGrpSpPr>
        <p:grpSpPr>
          <a:xfrm>
            <a:off x="188700" y="694150"/>
            <a:ext cx="6744600" cy="771300"/>
            <a:chOff x="438150" y="713325"/>
            <a:chExt cx="6744600" cy="771300"/>
          </a:xfrm>
        </p:grpSpPr>
        <p:sp>
          <p:nvSpPr>
            <p:cNvPr id="176" name="Google Shape;176;p7"/>
            <p:cNvSpPr txBox="1"/>
            <p:nvPr/>
          </p:nvSpPr>
          <p:spPr>
            <a:xfrm>
              <a:off x="438150" y="713325"/>
              <a:ext cx="6744600" cy="77130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t" anchorCtr="0">
              <a:normAutofit/>
            </a:bodyPr>
            <a:lstStyle/>
            <a:p>
              <a:pPr marL="0" lvl="0" indent="0" algn="l" rtl="0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b="1">
                  <a:solidFill>
                    <a:srgbClr val="000000"/>
                  </a:solidFill>
                  <a:latin typeface="Times New Roman" panose="02020603050405020304" pitchFamily="18" charset="0"/>
                  <a:ea typeface="Google Sans SemiBold"/>
                  <a:cs typeface="Times New Roman" panose="02020603050405020304" pitchFamily="18" charset="0"/>
                  <a:sym typeface="Google Sans SemiBold"/>
                </a:rPr>
                <a:t>User Churn Project | </a:t>
              </a:r>
              <a:r>
                <a:rPr lang="en" sz="1600" b="1">
                  <a:latin typeface="Times New Roman" panose="02020603050405020304" pitchFamily="18" charset="0"/>
                  <a:ea typeface="Google Sans SemiBold"/>
                  <a:cs typeface="Times New Roman" panose="02020603050405020304" pitchFamily="18" charset="0"/>
                  <a:sym typeface="Google Sans SemiBold"/>
                </a:rPr>
                <a:t>Two-Sample Hypothesis Test Results</a:t>
              </a:r>
              <a:endParaRPr sz="1900">
                <a:solidFill>
                  <a:srgbClr val="000000"/>
                </a:solidFill>
                <a:latin typeface="Times New Roman" panose="02020603050405020304" pitchFamily="18" charset="0"/>
                <a:ea typeface="Google Sans SemiBold"/>
                <a:cs typeface="Times New Roman" panose="02020603050405020304" pitchFamily="18" charset="0"/>
                <a:sym typeface="Google Sans SemiBold"/>
              </a:endParaRPr>
            </a:p>
          </p:txBody>
        </p:sp>
        <p:sp>
          <p:nvSpPr>
            <p:cNvPr id="177" name="Google Shape;177;p7"/>
            <p:cNvSpPr txBox="1"/>
            <p:nvPr/>
          </p:nvSpPr>
          <p:spPr>
            <a:xfrm>
              <a:off x="465075" y="1030275"/>
              <a:ext cx="3516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1200"/>
                </a:spcAft>
                <a:buNone/>
              </a:pPr>
              <a:endParaRPr dirty="0">
                <a:solidFill>
                  <a:srgbClr val="000000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endParaRPr>
            </a:p>
          </p:txBody>
        </p:sp>
      </p:grpSp>
      <p:pic>
        <p:nvPicPr>
          <p:cNvPr id="178" name="Google Shape;178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50094" y="77775"/>
            <a:ext cx="1947034" cy="562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7"/>
          <p:cNvSpPr txBox="1"/>
          <p:nvPr/>
        </p:nvSpPr>
        <p:spPr>
          <a:xfrm>
            <a:off x="-3362325" y="521175"/>
            <a:ext cx="3000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accent2"/>
              </a:solidFill>
              <a:highlight>
                <a:schemeClr val="lt1"/>
              </a:highlight>
              <a:latin typeface="Times New Roman" panose="02020603050405020304" pitchFamily="18" charset="0"/>
              <a:ea typeface="Google Sans"/>
              <a:cs typeface="Times New Roman" panose="02020603050405020304" pitchFamily="18" charset="0"/>
              <a:sym typeface="Google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accent2"/>
              </a:solidFill>
              <a:highlight>
                <a:schemeClr val="lt1"/>
              </a:highlight>
              <a:latin typeface="Times New Roman" panose="02020603050405020304" pitchFamily="18" charset="0"/>
              <a:ea typeface="Google Sans"/>
              <a:cs typeface="Times New Roman" panose="02020603050405020304" pitchFamily="18" charset="0"/>
              <a:sym typeface="Google Sans"/>
            </a:endParaRPr>
          </a:p>
        </p:txBody>
      </p:sp>
      <p:sp>
        <p:nvSpPr>
          <p:cNvPr id="180" name="Google Shape;180;p7"/>
          <p:cNvSpPr txBox="1"/>
          <p:nvPr/>
        </p:nvSpPr>
        <p:spPr>
          <a:xfrm>
            <a:off x="2057025" y="2939328"/>
            <a:ext cx="5540100" cy="93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🎯 Target Goal</a:t>
            </a:r>
            <a:b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Conduct a two-sample hypothesis test to evaluate whether the mean number of rides differs significantly between Android and iPhone users.</a:t>
            </a: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🎯 Impact</a:t>
            </a:r>
            <a:b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statistical test allows the Waze data team to draw inferences about user populations and gain a deeper understanding of behavioral differences across device types, supporting data-driven strategies to improve retention.</a:t>
            </a:r>
          </a:p>
        </p:txBody>
      </p:sp>
      <p:grpSp>
        <p:nvGrpSpPr>
          <p:cNvPr id="181" name="Google Shape;181;p7"/>
          <p:cNvGrpSpPr/>
          <p:nvPr/>
        </p:nvGrpSpPr>
        <p:grpSpPr>
          <a:xfrm>
            <a:off x="2218414" y="4925250"/>
            <a:ext cx="2685184" cy="2570100"/>
            <a:chOff x="1614139" y="5291788"/>
            <a:chExt cx="2685184" cy="2570100"/>
          </a:xfrm>
        </p:grpSpPr>
        <p:sp>
          <p:nvSpPr>
            <p:cNvPr id="182" name="Google Shape;182;p7"/>
            <p:cNvSpPr/>
            <p:nvPr/>
          </p:nvSpPr>
          <p:spPr>
            <a:xfrm>
              <a:off x="1651725" y="5291788"/>
              <a:ext cx="2610000" cy="2570100"/>
            </a:xfrm>
            <a:prstGeom prst="round2DiagRect">
              <a:avLst>
                <a:gd name="adj1" fmla="val 0"/>
                <a:gd name="adj2" fmla="val 20019"/>
              </a:avLst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83" name="Google Shape;183;p7"/>
            <p:cNvGrpSpPr/>
            <p:nvPr/>
          </p:nvGrpSpPr>
          <p:grpSpPr>
            <a:xfrm>
              <a:off x="1614139" y="5336940"/>
              <a:ext cx="2685184" cy="2371060"/>
              <a:chOff x="-16711" y="5306915"/>
              <a:chExt cx="2685184" cy="2371060"/>
            </a:xfrm>
          </p:grpSpPr>
          <p:sp>
            <p:nvSpPr>
              <p:cNvPr id="184" name="Google Shape;184;p7"/>
              <p:cNvSpPr txBox="1"/>
              <p:nvPr/>
            </p:nvSpPr>
            <p:spPr>
              <a:xfrm>
                <a:off x="188700" y="7031475"/>
                <a:ext cx="2241300" cy="646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latin typeface="Times New Roman" panose="02020603050405020304" pitchFamily="18" charset="0"/>
                    <a:ea typeface="Roboto"/>
                    <a:cs typeface="Times New Roman" panose="02020603050405020304" pitchFamily="18" charset="0"/>
                    <a:sym typeface="Roboto"/>
                  </a:rPr>
                  <a:t>Note: The mean number of drives shown here – 66 for Android and 68 for iPhone – have been rounded up. </a:t>
                </a:r>
                <a:endParaRPr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85" name="Google Shape;185;p7"/>
              <p:cNvGrpSpPr/>
              <p:nvPr/>
            </p:nvGrpSpPr>
            <p:grpSpPr>
              <a:xfrm>
                <a:off x="-16711" y="5306915"/>
                <a:ext cx="2685184" cy="2031654"/>
                <a:chOff x="-177626" y="5336706"/>
                <a:chExt cx="3080399" cy="2331214"/>
              </a:xfrm>
            </p:grpSpPr>
            <p:sp>
              <p:nvSpPr>
                <p:cNvPr id="186" name="Google Shape;186;p7"/>
                <p:cNvSpPr txBox="1"/>
                <p:nvPr/>
              </p:nvSpPr>
              <p:spPr>
                <a:xfrm>
                  <a:off x="145456" y="5336706"/>
                  <a:ext cx="2696700" cy="492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200" b="1">
                      <a:latin typeface="Times New Roman" panose="02020603050405020304" pitchFamily="18" charset="0"/>
                      <a:ea typeface="Google Sans"/>
                      <a:cs typeface="Times New Roman" panose="02020603050405020304" pitchFamily="18" charset="0"/>
                      <a:sym typeface="Google Sans"/>
                    </a:rPr>
                    <a:t>Average Number of Drives</a:t>
                  </a:r>
                  <a:endParaRPr sz="1200" b="1">
                    <a:latin typeface="Times New Roman" panose="02020603050405020304" pitchFamily="18" charset="0"/>
                    <a:ea typeface="Google Sans"/>
                    <a:cs typeface="Times New Roman" panose="02020603050405020304" pitchFamily="18" charset="0"/>
                    <a:sym typeface="Google Sans"/>
                  </a:endParaRPr>
                </a:p>
              </p:txBody>
            </p:sp>
            <p:grpSp>
              <p:nvGrpSpPr>
                <p:cNvPr id="187" name="Google Shape;187;p7"/>
                <p:cNvGrpSpPr/>
                <p:nvPr/>
              </p:nvGrpSpPr>
              <p:grpSpPr>
                <a:xfrm>
                  <a:off x="-177626" y="5457125"/>
                  <a:ext cx="3080399" cy="2210795"/>
                  <a:chOff x="-177626" y="5457125"/>
                  <a:chExt cx="3080399" cy="2210795"/>
                </a:xfrm>
              </p:grpSpPr>
              <p:grpSp>
                <p:nvGrpSpPr>
                  <p:cNvPr id="188" name="Google Shape;188;p7"/>
                  <p:cNvGrpSpPr/>
                  <p:nvPr/>
                </p:nvGrpSpPr>
                <p:grpSpPr>
                  <a:xfrm rot="-193307">
                    <a:off x="-177626" y="5457125"/>
                    <a:ext cx="3080399" cy="2210795"/>
                    <a:chOff x="-259833" y="5409690"/>
                    <a:chExt cx="3080459" cy="2210838"/>
                  </a:xfrm>
                </p:grpSpPr>
                <p:grpSp>
                  <p:nvGrpSpPr>
                    <p:cNvPr id="189" name="Google Shape;189;p7"/>
                    <p:cNvGrpSpPr/>
                    <p:nvPr/>
                  </p:nvGrpSpPr>
                  <p:grpSpPr>
                    <a:xfrm rot="-1203509">
                      <a:off x="-5617" y="5590931"/>
                      <a:ext cx="1361623" cy="1723205"/>
                      <a:chOff x="3012662" y="5174838"/>
                      <a:chExt cx="1361540" cy="1723101"/>
                    </a:xfrm>
                  </p:grpSpPr>
                  <p:pic>
                    <p:nvPicPr>
                      <p:cNvPr id="190" name="Google Shape;190;p7"/>
                      <p:cNvPicPr preferRelativeResize="0"/>
                      <p:nvPr/>
                    </p:nvPicPr>
                    <p:blipFill rotWithShape="1">
                      <a:blip r:embed="rId4">
                        <a:alphaModFix/>
                      </a:blip>
                      <a:srcRect l="28157" r="27667" b="19021"/>
                      <a:stretch/>
                    </p:blipFill>
                    <p:spPr>
                      <a:xfrm rot="1397386">
                        <a:off x="3279109" y="5276811"/>
                        <a:ext cx="828646" cy="15191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  <p:pic>
                    <p:nvPicPr>
                      <p:cNvPr id="191" name="Google Shape;191;p7"/>
                      <p:cNvPicPr preferRelativeResize="0"/>
                      <p:nvPr/>
                    </p:nvPicPr>
                    <p:blipFill rotWithShape="1">
                      <a:blip r:embed="rId5">
                        <a:alphaModFix/>
                      </a:blip>
                      <a:srcRect l="21603" r="21620" b="3883"/>
                      <a:stretch/>
                    </p:blipFill>
                    <p:spPr>
                      <a:xfrm rot="1397397">
                        <a:off x="3568187" y="5606230"/>
                        <a:ext cx="391605" cy="47641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grpSp>
                <p:grpSp>
                  <p:nvGrpSpPr>
                    <p:cNvPr id="192" name="Google Shape;192;p7"/>
                    <p:cNvGrpSpPr/>
                    <p:nvPr/>
                  </p:nvGrpSpPr>
                  <p:grpSpPr>
                    <a:xfrm rot="1716298">
                      <a:off x="1125874" y="5714166"/>
                      <a:ext cx="1376787" cy="1679265"/>
                      <a:chOff x="3867694" y="5222439"/>
                      <a:chExt cx="1376695" cy="1679153"/>
                    </a:xfrm>
                  </p:grpSpPr>
                  <p:pic>
                    <p:nvPicPr>
                      <p:cNvPr id="193" name="Google Shape;193;p7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l="25777" r="26959" b="16429"/>
                      <a:stretch/>
                    </p:blipFill>
                    <p:spPr>
                      <a:xfrm rot="-1523601">
                        <a:off x="4141722" y="5329385"/>
                        <a:ext cx="828641" cy="146526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  <p:pic>
                    <p:nvPicPr>
                      <p:cNvPr id="194" name="Google Shape;194;p7"/>
                      <p:cNvPicPr preferRelativeResize="0"/>
                      <p:nvPr/>
                    </p:nvPicPr>
                    <p:blipFill rotWithShape="1">
                      <a:blip r:embed="rId7">
                        <a:alphaModFix/>
                      </a:blip>
                      <a:srcRect l="29012" t="13442" r="27176" b="12740"/>
                      <a:stretch/>
                    </p:blipFill>
                    <p:spPr>
                      <a:xfrm rot="-1523586">
                        <a:off x="4265524" y="5619971"/>
                        <a:ext cx="391606" cy="43981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grpSp>
              </p:grpSp>
              <p:sp>
                <p:nvSpPr>
                  <p:cNvPr id="195" name="Google Shape;195;p7"/>
                  <p:cNvSpPr txBox="1"/>
                  <p:nvPr/>
                </p:nvSpPr>
                <p:spPr>
                  <a:xfrm rot="21598486">
                    <a:off x="1566909" y="6549789"/>
                    <a:ext cx="681000" cy="4239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t" anchorCtr="0">
                    <a:sp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" sz="1200" b="1">
                        <a:latin typeface="Times New Roman" panose="02020603050405020304" pitchFamily="18" charset="0"/>
                        <a:ea typeface="Google Sans"/>
                        <a:cs typeface="Times New Roman" panose="02020603050405020304" pitchFamily="18" charset="0"/>
                        <a:sym typeface="Google Sans"/>
                      </a:rPr>
                      <a:t>68</a:t>
                    </a:r>
                    <a:endParaRPr sz="1200" b="1">
                      <a:latin typeface="Times New Roman" panose="02020603050405020304" pitchFamily="18" charset="0"/>
                      <a:ea typeface="Google Sans"/>
                      <a:cs typeface="Times New Roman" panose="02020603050405020304" pitchFamily="18" charset="0"/>
                      <a:sym typeface="Google Sans"/>
                    </a:endParaRPr>
                  </a:p>
                </p:txBody>
              </p:sp>
            </p:grpSp>
            <p:sp>
              <p:nvSpPr>
                <p:cNvPr id="196" name="Google Shape;196;p7"/>
                <p:cNvSpPr txBox="1"/>
                <p:nvPr/>
              </p:nvSpPr>
              <p:spPr>
                <a:xfrm>
                  <a:off x="418564" y="6549770"/>
                  <a:ext cx="650400" cy="423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200" b="1">
                      <a:latin typeface="Times New Roman" panose="02020603050405020304" pitchFamily="18" charset="0"/>
                      <a:ea typeface="Google Sans"/>
                      <a:cs typeface="Times New Roman" panose="02020603050405020304" pitchFamily="18" charset="0"/>
                      <a:sym typeface="Google Sans"/>
                    </a:rPr>
                    <a:t>66</a:t>
                  </a:r>
                  <a:endParaRPr sz="1200" b="1">
                    <a:latin typeface="Times New Roman" panose="02020603050405020304" pitchFamily="18" charset="0"/>
                    <a:ea typeface="Google Sans"/>
                    <a:cs typeface="Times New Roman" panose="02020603050405020304" pitchFamily="18" charset="0"/>
                    <a:sym typeface="Google Sans"/>
                  </a:endParaRPr>
                </a:p>
              </p:txBody>
            </p:sp>
          </p:grpSp>
        </p:grpSp>
      </p:grpSp>
      <p:sp>
        <p:nvSpPr>
          <p:cNvPr id="197" name="Google Shape;197;p7"/>
          <p:cNvSpPr txBox="1"/>
          <p:nvPr/>
        </p:nvSpPr>
        <p:spPr>
          <a:xfrm>
            <a:off x="2057025" y="8036100"/>
            <a:ext cx="5410800" cy="1477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</a:t>
            </a: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Conduct additional t-tests on other key variables to gain deeper insights into user behavior.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Since no difference was found between iPhone and Android users, future efforts could focus on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marketing strategies or user interface experiments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generate more behavioral data and uncover drivers of churn.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289</Words>
  <Application>Microsoft Office PowerPoint</Application>
  <PresentationFormat>Custom</PresentationFormat>
  <Paragraphs>21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Times New Roman</vt:lpstr>
      <vt:lpstr>Google Sans SemiBold</vt:lpstr>
      <vt:lpstr>Google Sans</vt:lpstr>
      <vt:lpstr>Calibri</vt:lpstr>
      <vt:lpstr>PT Sans Narrow</vt:lpstr>
      <vt:lpstr>Arial</vt:lpstr>
      <vt:lpstr>Work Sans</vt:lpstr>
      <vt:lpstr>Simple Light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ameen alshagdari</cp:lastModifiedBy>
  <cp:revision>1</cp:revision>
  <dcterms:modified xsi:type="dcterms:W3CDTF">2025-08-27T09:13:26Z</dcterms:modified>
</cp:coreProperties>
</file>