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4" r:id="rId1"/>
  </p:sldMasterIdLst>
  <p:notesMasterIdLst>
    <p:notesMasterId r:id="rId3"/>
  </p:notesMasterIdLst>
  <p:sldIdLst>
    <p:sldId id="256" r:id="rId2"/>
  </p:sldIdLst>
  <p:sldSz cx="7772400" cy="10058400"/>
  <p:notesSz cx="6858000" cy="9144000"/>
  <p:embeddedFontLst>
    <p:embeddedFont>
      <p:font typeface="Google Sans" panose="020B0604020202020204" charset="0"/>
      <p:regular r:id="rId4"/>
      <p:bold r:id="rId5"/>
      <p:italic r:id="rId6"/>
      <p:boldItalic r:id="rId7"/>
    </p:embeddedFont>
    <p:embeddedFont>
      <p:font typeface="Google Sans SemiBold" panose="020B0604020202020204" charset="0"/>
      <p:regular r:id="rId8"/>
      <p:bold r:id="rId9"/>
      <p:italic r:id="rId10"/>
      <p:boldItalic r:id="rId11"/>
    </p:embeddedFont>
    <p:embeddedFont>
      <p:font typeface="PT Sans Narrow" panose="020B0506020203020204" pitchFamily="34" charset="0"/>
      <p:regular r:id="rId12"/>
      <p:bold r:id="rId13"/>
    </p:embeddedFont>
    <p:embeddedFont>
      <p:font typeface="Roboto" panose="02000000000000000000" pitchFamily="2" charset="0"/>
      <p:regular r:id="rId14"/>
      <p:bold r:id="rId15"/>
      <p:italic r:id="rId16"/>
      <p:boldItalic r:id="rId17"/>
    </p:embeddedFont>
    <p:embeddedFont>
      <p:font typeface="Work Sans" pitchFamily="2" charset="0"/>
      <p:regular r:id="rId18"/>
      <p:bold r:id="rId19"/>
      <p:italic r:id="rId20"/>
      <p:boldItalic r:id="rId2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9" d="100"/>
          <a:sy n="69" d="100"/>
        </p:scale>
        <p:origin x="3114"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font" Target="fonts/font5.fntdata"/><Relationship Id="rId13" Type="http://schemas.openxmlformats.org/officeDocument/2006/relationships/font" Target="fonts/font10.fntdata"/><Relationship Id="rId18" Type="http://schemas.openxmlformats.org/officeDocument/2006/relationships/font" Target="fonts/font15.fntdata"/><Relationship Id="rId3" Type="http://schemas.openxmlformats.org/officeDocument/2006/relationships/notesMaster" Target="notesMasters/notesMaster1.xml"/><Relationship Id="rId21" Type="http://schemas.openxmlformats.org/officeDocument/2006/relationships/font" Target="fonts/font18.fntdata"/><Relationship Id="rId7" Type="http://schemas.openxmlformats.org/officeDocument/2006/relationships/font" Target="fonts/font4.fntdata"/><Relationship Id="rId12" Type="http://schemas.openxmlformats.org/officeDocument/2006/relationships/font" Target="fonts/font9.fntdata"/><Relationship Id="rId17" Type="http://schemas.openxmlformats.org/officeDocument/2006/relationships/font" Target="fonts/font14.fntdata"/><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font" Target="fonts/font13.fntdata"/><Relationship Id="rId20" Type="http://schemas.openxmlformats.org/officeDocument/2006/relationships/font" Target="fonts/font17.fntdata"/><Relationship Id="rId1" Type="http://schemas.openxmlformats.org/officeDocument/2006/relationships/slideMaster" Target="slideMasters/slideMaster1.xml"/><Relationship Id="rId6" Type="http://schemas.openxmlformats.org/officeDocument/2006/relationships/font" Target="fonts/font3.fntdata"/><Relationship Id="rId11" Type="http://schemas.openxmlformats.org/officeDocument/2006/relationships/font" Target="fonts/font8.fntdata"/><Relationship Id="rId24" Type="http://schemas.openxmlformats.org/officeDocument/2006/relationships/theme" Target="theme/theme1.xml"/><Relationship Id="rId5" Type="http://schemas.openxmlformats.org/officeDocument/2006/relationships/font" Target="fonts/font2.fntdata"/><Relationship Id="rId15" Type="http://schemas.openxmlformats.org/officeDocument/2006/relationships/font" Target="fonts/font12.fntdata"/><Relationship Id="rId23" Type="http://schemas.openxmlformats.org/officeDocument/2006/relationships/viewProps" Target="viewProps.xml"/><Relationship Id="rId10" Type="http://schemas.openxmlformats.org/officeDocument/2006/relationships/font" Target="fonts/font7.fntdata"/><Relationship Id="rId19" Type="http://schemas.openxmlformats.org/officeDocument/2006/relationships/font" Target="fonts/font16.fntdata"/><Relationship Id="rId4" Type="http://schemas.openxmlformats.org/officeDocument/2006/relationships/font" Target="fonts/font1.fntdata"/><Relationship Id="rId9" Type="http://schemas.openxmlformats.org/officeDocument/2006/relationships/font" Target="fonts/font6.fntdata"/><Relationship Id="rId14" Type="http://schemas.openxmlformats.org/officeDocument/2006/relationships/font" Target="fonts/font11.fntdata"/><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2104480" y="685800"/>
            <a:ext cx="26496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g20a4df440b5_0_0:notes"/>
          <p:cNvSpPr>
            <a:spLocks noGrp="1" noRot="1" noChangeAspect="1"/>
          </p:cNvSpPr>
          <p:nvPr>
            <p:ph type="sldImg" idx="2"/>
          </p:nvPr>
        </p:nvSpPr>
        <p:spPr>
          <a:xfrm>
            <a:off x="2105025" y="685800"/>
            <a:ext cx="26495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7" name="Google Shape;147;g20a4df440b5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Layout 1" type="title">
  <p:cSld name="TITLE">
    <p:spTree>
      <p:nvGrpSpPr>
        <p:cNvPr id="1" name="Shape 10"/>
        <p:cNvGrpSpPr/>
        <p:nvPr/>
      </p:nvGrpSpPr>
      <p:grpSpPr>
        <a:xfrm>
          <a:off x="0" y="0"/>
          <a:ext cx="0" cy="0"/>
          <a:chOff x="0" y="0"/>
          <a:chExt cx="0" cy="0"/>
        </a:xfrm>
      </p:grpSpPr>
      <p:grpSp>
        <p:nvGrpSpPr>
          <p:cNvPr id="11" name="Google Shape;11;p2"/>
          <p:cNvGrpSpPr/>
          <p:nvPr/>
        </p:nvGrpSpPr>
        <p:grpSpPr>
          <a:xfrm>
            <a:off x="172055" y="1468890"/>
            <a:ext cx="7434543" cy="62982"/>
            <a:chOff x="1890075" y="5241175"/>
            <a:chExt cx="4240556" cy="257700"/>
          </a:xfrm>
        </p:grpSpPr>
        <p:sp>
          <p:nvSpPr>
            <p:cNvPr id="12" name="Google Shape;12;p2"/>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13" name="Google Shape;13;p2"/>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14" name="Google Shape;14;p2"/>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15" name="Google Shape;15;p2"/>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sp>
        <p:nvSpPr>
          <p:cNvPr id="16" name="Google Shape;16;p2"/>
          <p:cNvSpPr/>
          <p:nvPr/>
        </p:nvSpPr>
        <p:spPr>
          <a:xfrm>
            <a:off x="172050" y="2765600"/>
            <a:ext cx="3076800" cy="7293000"/>
          </a:xfrm>
          <a:prstGeom prst="roundRect">
            <a:avLst>
              <a:gd name="adj" fmla="val 0"/>
            </a:avLst>
          </a:prstGeom>
          <a:solidFill>
            <a:srgbClr val="CCCC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nvGrpSpPr>
          <p:cNvPr id="17" name="Google Shape;17;p2"/>
          <p:cNvGrpSpPr/>
          <p:nvPr/>
        </p:nvGrpSpPr>
        <p:grpSpPr>
          <a:xfrm>
            <a:off x="168930" y="2702615"/>
            <a:ext cx="7434543" cy="62982"/>
            <a:chOff x="1890075" y="5241175"/>
            <a:chExt cx="4240556" cy="257700"/>
          </a:xfrm>
        </p:grpSpPr>
        <p:sp>
          <p:nvSpPr>
            <p:cNvPr id="18" name="Google Shape;18;p2"/>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19" name="Google Shape;19;p2"/>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20" name="Google Shape;20;p2"/>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21" name="Google Shape;21;p2"/>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cxnSp>
        <p:nvCxnSpPr>
          <p:cNvPr id="22" name="Google Shape;22;p2"/>
          <p:cNvCxnSpPr>
            <a:stCxn id="12" idx="0"/>
          </p:cNvCxnSpPr>
          <p:nvPr/>
        </p:nvCxnSpPr>
        <p:spPr>
          <a:xfrm>
            <a:off x="172055" y="1500381"/>
            <a:ext cx="0" cy="8590500"/>
          </a:xfrm>
          <a:prstGeom prst="straightConnector1">
            <a:avLst/>
          </a:prstGeom>
          <a:noFill/>
          <a:ln w="9525" cap="flat" cmpd="sng">
            <a:solidFill>
              <a:srgbClr val="CCCCCC"/>
            </a:solidFill>
            <a:prstDash val="solid"/>
            <a:round/>
            <a:headEnd type="none" w="med" len="med"/>
            <a:tailEnd type="none" w="med" len="med"/>
          </a:ln>
        </p:spPr>
      </p:cxnSp>
      <p:cxnSp>
        <p:nvCxnSpPr>
          <p:cNvPr id="23" name="Google Shape;23;p2"/>
          <p:cNvCxnSpPr/>
          <p:nvPr/>
        </p:nvCxnSpPr>
        <p:spPr>
          <a:xfrm>
            <a:off x="7603480" y="1500381"/>
            <a:ext cx="0" cy="8590500"/>
          </a:xfrm>
          <a:prstGeom prst="straightConnector1">
            <a:avLst/>
          </a:prstGeom>
          <a:noFill/>
          <a:ln w="9525" cap="flat" cmpd="sng">
            <a:solidFill>
              <a:srgbClr val="CCCCCC"/>
            </a:solidFill>
            <a:prstDash val="solid"/>
            <a:round/>
            <a:headEnd type="none" w="med" len="med"/>
            <a:tailEnd type="none" w="med" len="med"/>
          </a:ln>
        </p:spPr>
      </p:cxnSp>
      <p:grpSp>
        <p:nvGrpSpPr>
          <p:cNvPr id="24" name="Google Shape;24;p2"/>
          <p:cNvGrpSpPr/>
          <p:nvPr/>
        </p:nvGrpSpPr>
        <p:grpSpPr>
          <a:xfrm>
            <a:off x="0" y="3413775"/>
            <a:ext cx="3530025" cy="746350"/>
            <a:chOff x="0" y="3156075"/>
            <a:chExt cx="3530025" cy="746350"/>
          </a:xfrm>
        </p:grpSpPr>
        <p:sp>
          <p:nvSpPr>
            <p:cNvPr id="25" name="Google Shape;25;p2"/>
            <p:cNvSpPr/>
            <p:nvPr/>
          </p:nvSpPr>
          <p:spPr>
            <a:xfrm rot="5400000">
              <a:off x="3097725" y="3470125"/>
              <a:ext cx="583500" cy="281100"/>
            </a:xfrm>
            <a:prstGeom prst="trapezoid">
              <a:avLst>
                <a:gd name="adj" fmla="val 102819"/>
              </a:avLst>
            </a:prstGeom>
            <a:solidFill>
              <a:srgbClr val="4F4F4F"/>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26" name="Google Shape;26;p2"/>
            <p:cNvSpPr/>
            <p:nvPr/>
          </p:nvSpPr>
          <p:spPr>
            <a:xfrm>
              <a:off x="0" y="3156075"/>
              <a:ext cx="3529800" cy="453000"/>
            </a:xfrm>
            <a:prstGeom prst="rect">
              <a:avLst/>
            </a:prstGeom>
            <a:solidFill>
              <a:srgbClr val="666666"/>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grpSp>
        <p:nvGrpSpPr>
          <p:cNvPr id="27" name="Google Shape;27;p2"/>
          <p:cNvGrpSpPr/>
          <p:nvPr/>
        </p:nvGrpSpPr>
        <p:grpSpPr>
          <a:xfrm>
            <a:off x="3248850" y="2867100"/>
            <a:ext cx="4936034" cy="746350"/>
            <a:chOff x="0" y="3156075"/>
            <a:chExt cx="3530025" cy="746350"/>
          </a:xfrm>
        </p:grpSpPr>
        <p:sp>
          <p:nvSpPr>
            <p:cNvPr id="28" name="Google Shape;28;p2"/>
            <p:cNvSpPr/>
            <p:nvPr/>
          </p:nvSpPr>
          <p:spPr>
            <a:xfrm rot="5400000">
              <a:off x="3097725" y="3470125"/>
              <a:ext cx="583500" cy="281100"/>
            </a:xfrm>
            <a:prstGeom prst="trapezoid">
              <a:avLst>
                <a:gd name="adj" fmla="val 102819"/>
              </a:avLst>
            </a:prstGeom>
            <a:solidFill>
              <a:srgbClr val="4F4F4F"/>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29" name="Google Shape;29;p2"/>
            <p:cNvSpPr/>
            <p:nvPr/>
          </p:nvSpPr>
          <p:spPr>
            <a:xfrm>
              <a:off x="0" y="3156075"/>
              <a:ext cx="3529800" cy="453000"/>
            </a:xfrm>
            <a:prstGeom prst="rect">
              <a:avLst/>
            </a:prstGeom>
            <a:solidFill>
              <a:srgbClr val="666666"/>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grpSp>
        <p:nvGrpSpPr>
          <p:cNvPr id="30" name="Google Shape;30;p2"/>
          <p:cNvGrpSpPr/>
          <p:nvPr/>
        </p:nvGrpSpPr>
        <p:grpSpPr>
          <a:xfrm>
            <a:off x="3248850" y="7166275"/>
            <a:ext cx="4936034" cy="746350"/>
            <a:chOff x="0" y="3156075"/>
            <a:chExt cx="3530025" cy="746350"/>
          </a:xfrm>
        </p:grpSpPr>
        <p:sp>
          <p:nvSpPr>
            <p:cNvPr id="31" name="Google Shape;31;p2"/>
            <p:cNvSpPr/>
            <p:nvPr/>
          </p:nvSpPr>
          <p:spPr>
            <a:xfrm rot="5400000">
              <a:off x="3097725" y="3470125"/>
              <a:ext cx="583500" cy="281100"/>
            </a:xfrm>
            <a:prstGeom prst="trapezoid">
              <a:avLst>
                <a:gd name="adj" fmla="val 102819"/>
              </a:avLst>
            </a:prstGeom>
            <a:solidFill>
              <a:srgbClr val="4F4F4F"/>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32" name="Google Shape;32;p2"/>
            <p:cNvSpPr/>
            <p:nvPr/>
          </p:nvSpPr>
          <p:spPr>
            <a:xfrm>
              <a:off x="0" y="3156075"/>
              <a:ext cx="3529800" cy="453000"/>
            </a:xfrm>
            <a:prstGeom prst="rect">
              <a:avLst/>
            </a:prstGeom>
            <a:solidFill>
              <a:srgbClr val="666666"/>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sp>
        <p:nvSpPr>
          <p:cNvPr id="33" name="Google Shape;33;p2"/>
          <p:cNvSpPr txBox="1"/>
          <p:nvPr/>
        </p:nvSpPr>
        <p:spPr>
          <a:xfrm>
            <a:off x="188700" y="3410750"/>
            <a:ext cx="3074400" cy="463200"/>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t" anchorCtr="0">
            <a:normAutofit lnSpcReduction="10000"/>
          </a:bodyPr>
          <a:lstStyle/>
          <a:p>
            <a:pPr marL="0" lvl="0" indent="0" algn="ctr" rtl="0">
              <a:spcBef>
                <a:spcPts val="0"/>
              </a:spcBef>
              <a:spcAft>
                <a:spcPts val="0"/>
              </a:spcAft>
              <a:buNone/>
            </a:pPr>
            <a:r>
              <a:rPr lang="en" sz="1900">
                <a:solidFill>
                  <a:schemeClr val="lt2"/>
                </a:solidFill>
                <a:latin typeface="Google Sans SemiBold"/>
                <a:ea typeface="Google Sans SemiBold"/>
                <a:cs typeface="Google Sans SemiBold"/>
                <a:sym typeface="Google Sans SemiBold"/>
              </a:rPr>
              <a:t>Key Insights </a:t>
            </a:r>
            <a:endParaRPr sz="1900">
              <a:solidFill>
                <a:schemeClr val="lt2"/>
              </a:solidFill>
              <a:latin typeface="Google Sans SemiBold"/>
              <a:ea typeface="Google Sans SemiBold"/>
              <a:cs typeface="Google Sans SemiBold"/>
              <a:sym typeface="Google Sans SemiBold"/>
            </a:endParaRPr>
          </a:p>
        </p:txBody>
      </p:sp>
      <p:sp>
        <p:nvSpPr>
          <p:cNvPr id="34" name="Google Shape;34;p2"/>
          <p:cNvSpPr txBox="1"/>
          <p:nvPr/>
        </p:nvSpPr>
        <p:spPr>
          <a:xfrm>
            <a:off x="3263100" y="2852500"/>
            <a:ext cx="4334100" cy="450000"/>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t" anchorCtr="0">
            <a:normAutofit lnSpcReduction="10000"/>
          </a:bodyPr>
          <a:lstStyle/>
          <a:p>
            <a:pPr marL="0" lvl="0" indent="0" algn="ctr" rtl="0">
              <a:spcBef>
                <a:spcPts val="0"/>
              </a:spcBef>
              <a:spcAft>
                <a:spcPts val="0"/>
              </a:spcAft>
              <a:buNone/>
            </a:pPr>
            <a:r>
              <a:rPr lang="en" sz="1900">
                <a:solidFill>
                  <a:schemeClr val="lt2"/>
                </a:solidFill>
                <a:latin typeface="Google Sans SemiBold"/>
                <a:ea typeface="Google Sans SemiBold"/>
                <a:cs typeface="Google Sans SemiBold"/>
                <a:sym typeface="Google Sans SemiBold"/>
              </a:rPr>
              <a:t>Details </a:t>
            </a:r>
            <a:endParaRPr sz="1900">
              <a:solidFill>
                <a:schemeClr val="lt2"/>
              </a:solidFill>
              <a:latin typeface="Google Sans SemiBold"/>
              <a:ea typeface="Google Sans SemiBold"/>
              <a:cs typeface="Google Sans SemiBold"/>
              <a:sym typeface="Google Sans SemiBold"/>
            </a:endParaRPr>
          </a:p>
        </p:txBody>
      </p:sp>
      <p:sp>
        <p:nvSpPr>
          <p:cNvPr id="35" name="Google Shape;35;p2"/>
          <p:cNvSpPr txBox="1"/>
          <p:nvPr/>
        </p:nvSpPr>
        <p:spPr>
          <a:xfrm>
            <a:off x="3263100" y="7164075"/>
            <a:ext cx="4334100" cy="450000"/>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t" anchorCtr="0">
            <a:normAutofit lnSpcReduction="10000"/>
          </a:bodyPr>
          <a:lstStyle/>
          <a:p>
            <a:pPr marL="0" lvl="0" indent="0" algn="ctr" rtl="0">
              <a:spcBef>
                <a:spcPts val="0"/>
              </a:spcBef>
              <a:spcAft>
                <a:spcPts val="0"/>
              </a:spcAft>
              <a:buNone/>
            </a:pPr>
            <a:r>
              <a:rPr lang="en" sz="1900">
                <a:solidFill>
                  <a:schemeClr val="lt2"/>
                </a:solidFill>
                <a:latin typeface="Google Sans SemiBold"/>
                <a:ea typeface="Google Sans SemiBold"/>
                <a:cs typeface="Google Sans SemiBold"/>
                <a:sym typeface="Google Sans SemiBold"/>
              </a:rPr>
              <a:t>Next Steps </a:t>
            </a:r>
            <a:endParaRPr sz="1900">
              <a:solidFill>
                <a:schemeClr val="lt2"/>
              </a:solidFill>
              <a:latin typeface="Google Sans SemiBold"/>
              <a:ea typeface="Google Sans SemiBold"/>
              <a:cs typeface="Google Sans SemiBold"/>
              <a:sym typeface="Google Sans SemiBold"/>
            </a:endParaRPr>
          </a:p>
        </p:txBody>
      </p:sp>
      <p:sp>
        <p:nvSpPr>
          <p:cNvPr id="36" name="Google Shape;36;p2"/>
          <p:cNvSpPr txBox="1">
            <a:spLocks noGrp="1"/>
          </p:cNvSpPr>
          <p:nvPr>
            <p:ph type="title"/>
          </p:nvPr>
        </p:nvSpPr>
        <p:spPr>
          <a:xfrm>
            <a:off x="168925" y="324775"/>
            <a:ext cx="7408500" cy="771300"/>
          </a:xfrm>
          <a:prstGeom prst="rect">
            <a:avLst/>
          </a:prstGeom>
          <a:effectLst>
            <a:outerShdw blurRad="57150" dist="19050" dir="5400000" algn="bl" rotWithShape="0">
              <a:srgbClr val="000000">
                <a:alpha val="50000"/>
              </a:srgbClr>
            </a:outerShdw>
          </a:effectLst>
        </p:spPr>
        <p:txBody>
          <a:bodyPr spcFirstLastPara="1" wrap="square" lIns="91425" tIns="91425" rIns="91425" bIns="91425" anchor="t" anchorCtr="0">
            <a:normAutofit/>
          </a:bodyPr>
          <a:lstStyle>
            <a:lvl1pPr lvl="0" algn="ctr" rtl="0">
              <a:spcBef>
                <a:spcPts val="0"/>
              </a:spcBef>
              <a:spcAft>
                <a:spcPts val="0"/>
              </a:spcAft>
              <a:buSzPts val="2800"/>
              <a:buNone/>
              <a:defRPr sz="2100"/>
            </a:lvl1pPr>
            <a:lvl2pPr lvl="1" algn="ctr" rtl="0">
              <a:spcBef>
                <a:spcPts val="0"/>
              </a:spcBef>
              <a:spcAft>
                <a:spcPts val="0"/>
              </a:spcAft>
              <a:buSzPts val="2800"/>
              <a:buNone/>
              <a:defRPr/>
            </a:lvl2pPr>
            <a:lvl3pPr lvl="2" algn="ctr" rtl="0">
              <a:spcBef>
                <a:spcPts val="0"/>
              </a:spcBef>
              <a:spcAft>
                <a:spcPts val="0"/>
              </a:spcAft>
              <a:buSzPts val="2800"/>
              <a:buNone/>
              <a:defRPr/>
            </a:lvl3pPr>
            <a:lvl4pPr lvl="3" algn="ctr" rtl="0">
              <a:spcBef>
                <a:spcPts val="0"/>
              </a:spcBef>
              <a:spcAft>
                <a:spcPts val="0"/>
              </a:spcAft>
              <a:buSzPts val="2800"/>
              <a:buNone/>
              <a:defRPr/>
            </a:lvl4pPr>
            <a:lvl5pPr lvl="4" algn="ctr" rtl="0">
              <a:spcBef>
                <a:spcPts val="0"/>
              </a:spcBef>
              <a:spcAft>
                <a:spcPts val="0"/>
              </a:spcAft>
              <a:buSzPts val="2800"/>
              <a:buNone/>
              <a:defRPr/>
            </a:lvl5pPr>
            <a:lvl6pPr lvl="5" algn="ctr" rtl="0">
              <a:spcBef>
                <a:spcPts val="0"/>
              </a:spcBef>
              <a:spcAft>
                <a:spcPts val="0"/>
              </a:spcAft>
              <a:buSzPts val="2800"/>
              <a:buNone/>
              <a:defRPr/>
            </a:lvl6pPr>
            <a:lvl7pPr lvl="6" algn="ctr" rtl="0">
              <a:spcBef>
                <a:spcPts val="0"/>
              </a:spcBef>
              <a:spcAft>
                <a:spcPts val="0"/>
              </a:spcAft>
              <a:buSzPts val="2800"/>
              <a:buNone/>
              <a:defRPr/>
            </a:lvl7pPr>
            <a:lvl8pPr lvl="7" algn="ctr" rtl="0">
              <a:spcBef>
                <a:spcPts val="0"/>
              </a:spcBef>
              <a:spcAft>
                <a:spcPts val="0"/>
              </a:spcAft>
              <a:buSzPts val="2800"/>
              <a:buNone/>
              <a:defRPr/>
            </a:lvl8pPr>
            <a:lvl9pPr lvl="8" algn="ctr" rtl="0">
              <a:spcBef>
                <a:spcPts val="0"/>
              </a:spcBef>
              <a:spcAft>
                <a:spcPts val="0"/>
              </a:spcAft>
              <a:buSzPts val="2800"/>
              <a:buNone/>
              <a:defRPr/>
            </a:lvl9pPr>
          </a:lstStyle>
          <a:p>
            <a:endParaRPr/>
          </a:p>
        </p:txBody>
      </p:sp>
      <p:sp>
        <p:nvSpPr>
          <p:cNvPr id="37" name="Google Shape;37;p2"/>
          <p:cNvSpPr txBox="1">
            <a:spLocks noGrp="1"/>
          </p:cNvSpPr>
          <p:nvPr>
            <p:ph type="subTitle" idx="1"/>
          </p:nvPr>
        </p:nvSpPr>
        <p:spPr>
          <a:xfrm>
            <a:off x="2263675" y="826975"/>
            <a:ext cx="3219000" cy="269100"/>
          </a:xfrm>
          <a:prstGeom prst="rect">
            <a:avLst/>
          </a:prstGeom>
        </p:spPr>
        <p:txBody>
          <a:bodyPr spcFirstLastPara="1" wrap="square" lIns="91425" tIns="91425" rIns="91425" bIns="91425" anchor="t" anchorCtr="0">
            <a:spAutoFit/>
          </a:bodyPr>
          <a:lstStyle>
            <a:lvl1pPr lvl="0" algn="ctr" rtl="0">
              <a:spcBef>
                <a:spcPts val="0"/>
              </a:spcBef>
              <a:spcAft>
                <a:spcPts val="0"/>
              </a:spcAft>
              <a:buClr>
                <a:schemeClr val="dk1"/>
              </a:buClr>
              <a:buSzPts val="1200"/>
              <a:buFont typeface="PT Sans Narrow"/>
              <a:buNone/>
              <a:defRPr sz="1200">
                <a:solidFill>
                  <a:schemeClr val="dk1"/>
                </a:solidFill>
                <a:latin typeface="PT Sans Narrow"/>
                <a:ea typeface="PT Sans Narrow"/>
                <a:cs typeface="PT Sans Narrow"/>
                <a:sym typeface="PT Sans Narrow"/>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Layout 2">
  <p:cSld name="TITLE_1">
    <p:spTree>
      <p:nvGrpSpPr>
        <p:cNvPr id="1" name="Shape 38"/>
        <p:cNvGrpSpPr/>
        <p:nvPr/>
      </p:nvGrpSpPr>
      <p:grpSpPr>
        <a:xfrm>
          <a:off x="0" y="0"/>
          <a:ext cx="0" cy="0"/>
          <a:chOff x="0" y="0"/>
          <a:chExt cx="0" cy="0"/>
        </a:xfrm>
      </p:grpSpPr>
      <p:cxnSp>
        <p:nvCxnSpPr>
          <p:cNvPr id="39" name="Google Shape;39;p3"/>
          <p:cNvCxnSpPr/>
          <p:nvPr/>
        </p:nvCxnSpPr>
        <p:spPr>
          <a:xfrm>
            <a:off x="3049395" y="1359111"/>
            <a:ext cx="0" cy="5924400"/>
          </a:xfrm>
          <a:prstGeom prst="straightConnector1">
            <a:avLst/>
          </a:prstGeom>
          <a:noFill/>
          <a:ln w="9525" cap="flat" cmpd="sng">
            <a:solidFill>
              <a:srgbClr val="CCCCCC"/>
            </a:solidFill>
            <a:prstDash val="solid"/>
            <a:round/>
            <a:headEnd type="none" w="med" len="med"/>
            <a:tailEnd type="none" w="med" len="med"/>
          </a:ln>
        </p:spPr>
      </p:cxnSp>
      <p:cxnSp>
        <p:nvCxnSpPr>
          <p:cNvPr id="40" name="Google Shape;40;p3"/>
          <p:cNvCxnSpPr>
            <a:stCxn id="41" idx="0"/>
          </p:cNvCxnSpPr>
          <p:nvPr/>
        </p:nvCxnSpPr>
        <p:spPr>
          <a:xfrm flipH="1">
            <a:off x="172020" y="1360808"/>
            <a:ext cx="18300" cy="9187200"/>
          </a:xfrm>
          <a:prstGeom prst="straightConnector1">
            <a:avLst/>
          </a:prstGeom>
          <a:noFill/>
          <a:ln w="9525" cap="flat" cmpd="sng">
            <a:solidFill>
              <a:srgbClr val="CCCCCC"/>
            </a:solidFill>
            <a:prstDash val="solid"/>
            <a:round/>
            <a:headEnd type="none" w="med" len="med"/>
            <a:tailEnd type="none" w="med" len="med"/>
          </a:ln>
        </p:spPr>
      </p:cxnSp>
      <p:grpSp>
        <p:nvGrpSpPr>
          <p:cNvPr id="42" name="Google Shape;42;p3"/>
          <p:cNvGrpSpPr/>
          <p:nvPr/>
        </p:nvGrpSpPr>
        <p:grpSpPr>
          <a:xfrm>
            <a:off x="190320" y="1357857"/>
            <a:ext cx="7581691" cy="5901"/>
            <a:chOff x="1890075" y="5241175"/>
            <a:chExt cx="4240556" cy="257700"/>
          </a:xfrm>
        </p:grpSpPr>
        <p:sp>
          <p:nvSpPr>
            <p:cNvPr id="41" name="Google Shape;41;p3"/>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43" name="Google Shape;43;p3"/>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44" name="Google Shape;44;p3"/>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45" name="Google Shape;45;p3"/>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grpSp>
        <p:nvGrpSpPr>
          <p:cNvPr id="46" name="Google Shape;46;p3"/>
          <p:cNvGrpSpPr/>
          <p:nvPr/>
        </p:nvGrpSpPr>
        <p:grpSpPr>
          <a:xfrm>
            <a:off x="190320" y="1388959"/>
            <a:ext cx="7581691" cy="5901"/>
            <a:chOff x="1890075" y="5241175"/>
            <a:chExt cx="4240556" cy="257700"/>
          </a:xfrm>
        </p:grpSpPr>
        <p:sp>
          <p:nvSpPr>
            <p:cNvPr id="47" name="Google Shape;47;p3"/>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48" name="Google Shape;48;p3"/>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49" name="Google Shape;49;p3"/>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50" name="Google Shape;50;p3"/>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sp>
        <p:nvSpPr>
          <p:cNvPr id="51" name="Google Shape;51;p3"/>
          <p:cNvSpPr txBox="1"/>
          <p:nvPr/>
        </p:nvSpPr>
        <p:spPr>
          <a:xfrm>
            <a:off x="490594" y="1544100"/>
            <a:ext cx="2259000" cy="415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500">
                <a:latin typeface="Work Sans"/>
                <a:ea typeface="Work Sans"/>
                <a:cs typeface="Work Sans"/>
                <a:sym typeface="Work Sans"/>
              </a:rPr>
              <a:t>ISSUE / PROBLEM</a:t>
            </a:r>
            <a:endParaRPr sz="1500">
              <a:latin typeface="Work Sans"/>
              <a:ea typeface="Work Sans"/>
              <a:cs typeface="Work Sans"/>
              <a:sym typeface="Work Sans"/>
            </a:endParaRPr>
          </a:p>
        </p:txBody>
      </p:sp>
      <p:grpSp>
        <p:nvGrpSpPr>
          <p:cNvPr id="52" name="Google Shape;52;p3"/>
          <p:cNvGrpSpPr/>
          <p:nvPr/>
        </p:nvGrpSpPr>
        <p:grpSpPr>
          <a:xfrm>
            <a:off x="372224" y="1650425"/>
            <a:ext cx="137818" cy="187200"/>
            <a:chOff x="507100" y="1997600"/>
            <a:chExt cx="158375" cy="187200"/>
          </a:xfrm>
        </p:grpSpPr>
        <p:sp>
          <p:nvSpPr>
            <p:cNvPr id="53" name="Google Shape;53;p3"/>
            <p:cNvSpPr/>
            <p:nvPr/>
          </p:nvSpPr>
          <p:spPr>
            <a:xfrm>
              <a:off x="529575" y="1997600"/>
              <a:ext cx="135900" cy="187200"/>
            </a:xfrm>
            <a:prstGeom prst="chevron">
              <a:avLst>
                <a:gd name="adj" fmla="val 50000"/>
              </a:avLst>
            </a:prstGeom>
            <a:solidFill>
              <a:srgbClr val="595959"/>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54;p3"/>
            <p:cNvSpPr/>
            <p:nvPr/>
          </p:nvSpPr>
          <p:spPr>
            <a:xfrm>
              <a:off x="507100" y="2017025"/>
              <a:ext cx="135900" cy="146700"/>
            </a:xfrm>
            <a:prstGeom prst="chevron">
              <a:avLst>
                <a:gd name="adj" fmla="val 50000"/>
              </a:avLst>
            </a:prstGeom>
            <a:solidFill>
              <a:srgbClr val="999999"/>
            </a:solidFill>
            <a:ln w="9525" cap="flat" cmpd="sng">
              <a:solidFill>
                <a:srgbClr val="99999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5" name="Google Shape;55;p3"/>
          <p:cNvSpPr txBox="1"/>
          <p:nvPr/>
        </p:nvSpPr>
        <p:spPr>
          <a:xfrm>
            <a:off x="3314919" y="1544100"/>
            <a:ext cx="2259000" cy="415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500">
                <a:latin typeface="Work Sans"/>
                <a:ea typeface="Work Sans"/>
                <a:cs typeface="Work Sans"/>
                <a:sym typeface="Work Sans"/>
              </a:rPr>
              <a:t>RESPONSE </a:t>
            </a:r>
            <a:endParaRPr sz="1500">
              <a:latin typeface="Work Sans"/>
              <a:ea typeface="Work Sans"/>
              <a:cs typeface="Work Sans"/>
              <a:sym typeface="Work Sans"/>
            </a:endParaRPr>
          </a:p>
        </p:txBody>
      </p:sp>
      <p:grpSp>
        <p:nvGrpSpPr>
          <p:cNvPr id="56" name="Google Shape;56;p3"/>
          <p:cNvGrpSpPr/>
          <p:nvPr/>
        </p:nvGrpSpPr>
        <p:grpSpPr>
          <a:xfrm>
            <a:off x="3196549" y="1650425"/>
            <a:ext cx="137818" cy="187200"/>
            <a:chOff x="507100" y="1997600"/>
            <a:chExt cx="158375" cy="187200"/>
          </a:xfrm>
        </p:grpSpPr>
        <p:sp>
          <p:nvSpPr>
            <p:cNvPr id="57" name="Google Shape;57;p3"/>
            <p:cNvSpPr/>
            <p:nvPr/>
          </p:nvSpPr>
          <p:spPr>
            <a:xfrm>
              <a:off x="529575" y="1997600"/>
              <a:ext cx="135900" cy="187200"/>
            </a:xfrm>
            <a:prstGeom prst="chevron">
              <a:avLst>
                <a:gd name="adj" fmla="val 50000"/>
              </a:avLst>
            </a:prstGeom>
            <a:solidFill>
              <a:srgbClr val="595959"/>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3"/>
            <p:cNvSpPr/>
            <p:nvPr/>
          </p:nvSpPr>
          <p:spPr>
            <a:xfrm>
              <a:off x="507100" y="2017025"/>
              <a:ext cx="135900" cy="146700"/>
            </a:xfrm>
            <a:prstGeom prst="chevron">
              <a:avLst>
                <a:gd name="adj" fmla="val 50000"/>
              </a:avLst>
            </a:prstGeom>
            <a:solidFill>
              <a:srgbClr val="999999"/>
            </a:solidFill>
            <a:ln w="9525" cap="flat" cmpd="sng">
              <a:solidFill>
                <a:srgbClr val="99999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9" name="Google Shape;59;p3"/>
          <p:cNvSpPr txBox="1"/>
          <p:nvPr/>
        </p:nvSpPr>
        <p:spPr>
          <a:xfrm>
            <a:off x="3314919" y="4367300"/>
            <a:ext cx="2259000" cy="415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500">
                <a:latin typeface="Work Sans"/>
                <a:ea typeface="Work Sans"/>
                <a:cs typeface="Work Sans"/>
                <a:sym typeface="Work Sans"/>
              </a:rPr>
              <a:t>KEY INSIGHTS </a:t>
            </a:r>
            <a:endParaRPr sz="1500">
              <a:latin typeface="Work Sans"/>
              <a:ea typeface="Work Sans"/>
              <a:cs typeface="Work Sans"/>
              <a:sym typeface="Work Sans"/>
            </a:endParaRPr>
          </a:p>
        </p:txBody>
      </p:sp>
      <p:grpSp>
        <p:nvGrpSpPr>
          <p:cNvPr id="60" name="Google Shape;60;p3"/>
          <p:cNvGrpSpPr/>
          <p:nvPr/>
        </p:nvGrpSpPr>
        <p:grpSpPr>
          <a:xfrm>
            <a:off x="3196549" y="4473625"/>
            <a:ext cx="137818" cy="187200"/>
            <a:chOff x="507100" y="1997600"/>
            <a:chExt cx="158375" cy="187200"/>
          </a:xfrm>
        </p:grpSpPr>
        <p:sp>
          <p:nvSpPr>
            <p:cNvPr id="61" name="Google Shape;61;p3"/>
            <p:cNvSpPr/>
            <p:nvPr/>
          </p:nvSpPr>
          <p:spPr>
            <a:xfrm>
              <a:off x="529575" y="1997600"/>
              <a:ext cx="135900" cy="187200"/>
            </a:xfrm>
            <a:prstGeom prst="chevron">
              <a:avLst>
                <a:gd name="adj" fmla="val 50000"/>
              </a:avLst>
            </a:prstGeom>
            <a:solidFill>
              <a:srgbClr val="595959"/>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62;p3"/>
            <p:cNvSpPr/>
            <p:nvPr/>
          </p:nvSpPr>
          <p:spPr>
            <a:xfrm>
              <a:off x="507100" y="2017025"/>
              <a:ext cx="135900" cy="146700"/>
            </a:xfrm>
            <a:prstGeom prst="chevron">
              <a:avLst>
                <a:gd name="adj" fmla="val 50000"/>
              </a:avLst>
            </a:prstGeom>
            <a:solidFill>
              <a:srgbClr val="999999"/>
            </a:solidFill>
            <a:ln w="9525" cap="flat" cmpd="sng">
              <a:solidFill>
                <a:srgbClr val="99999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3" name="Google Shape;63;p3"/>
          <p:cNvGrpSpPr/>
          <p:nvPr/>
        </p:nvGrpSpPr>
        <p:grpSpPr>
          <a:xfrm>
            <a:off x="172050" y="5100163"/>
            <a:ext cx="2852450" cy="4958106"/>
            <a:chOff x="404700" y="4541500"/>
            <a:chExt cx="2852450" cy="5007177"/>
          </a:xfrm>
        </p:grpSpPr>
        <p:sp>
          <p:nvSpPr>
            <p:cNvPr id="64" name="Google Shape;64;p3"/>
            <p:cNvSpPr/>
            <p:nvPr/>
          </p:nvSpPr>
          <p:spPr>
            <a:xfrm>
              <a:off x="404700" y="4574122"/>
              <a:ext cx="2758200" cy="4933800"/>
            </a:xfrm>
            <a:prstGeom prst="rect">
              <a:avLst/>
            </a:prstGeom>
            <a:solidFill>
              <a:srgbClr val="595959"/>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3"/>
            <p:cNvSpPr/>
            <p:nvPr/>
          </p:nvSpPr>
          <p:spPr>
            <a:xfrm>
              <a:off x="452450" y="4614877"/>
              <a:ext cx="2804700" cy="4933800"/>
            </a:xfrm>
            <a:prstGeom prst="rect">
              <a:avLst/>
            </a:prstGeom>
            <a:solidFill>
              <a:srgbClr val="CCCCCC"/>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3"/>
            <p:cNvSpPr txBox="1"/>
            <p:nvPr/>
          </p:nvSpPr>
          <p:spPr>
            <a:xfrm>
              <a:off x="643125" y="4541500"/>
              <a:ext cx="2595900" cy="419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500">
                  <a:latin typeface="Work Sans"/>
                  <a:ea typeface="Work Sans"/>
                  <a:cs typeface="Work Sans"/>
                  <a:sym typeface="Work Sans"/>
                </a:rPr>
                <a:t>IMPACT</a:t>
              </a:r>
              <a:endParaRPr sz="1500">
                <a:latin typeface="Work Sans"/>
                <a:ea typeface="Work Sans"/>
                <a:cs typeface="Work Sans"/>
                <a:sym typeface="Work Sans"/>
              </a:endParaRPr>
            </a:p>
          </p:txBody>
        </p:sp>
        <p:sp>
          <p:nvSpPr>
            <p:cNvPr id="67" name="Google Shape;67;p3"/>
            <p:cNvSpPr/>
            <p:nvPr/>
          </p:nvSpPr>
          <p:spPr>
            <a:xfrm>
              <a:off x="529575" y="4663612"/>
              <a:ext cx="135900" cy="200400"/>
            </a:xfrm>
            <a:prstGeom prst="chevron">
              <a:avLst>
                <a:gd name="adj" fmla="val 50000"/>
              </a:avLst>
            </a:prstGeom>
            <a:solidFill>
              <a:srgbClr val="595959"/>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3"/>
            <p:cNvSpPr/>
            <p:nvPr/>
          </p:nvSpPr>
          <p:spPr>
            <a:xfrm>
              <a:off x="507100" y="4684392"/>
              <a:ext cx="135900" cy="156900"/>
            </a:xfrm>
            <a:prstGeom prst="chevron">
              <a:avLst>
                <a:gd name="adj" fmla="val 50000"/>
              </a:avLst>
            </a:prstGeom>
            <a:solidFill>
              <a:srgbClr val="999999"/>
            </a:solidFill>
            <a:ln w="9525" cap="flat" cmpd="sng">
              <a:solidFill>
                <a:srgbClr val="99999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9" name="Google Shape;69;p3"/>
          <p:cNvSpPr txBox="1">
            <a:spLocks noGrp="1"/>
          </p:cNvSpPr>
          <p:nvPr>
            <p:ph type="title"/>
          </p:nvPr>
        </p:nvSpPr>
        <p:spPr>
          <a:xfrm>
            <a:off x="190350" y="11200"/>
            <a:ext cx="7290900" cy="771300"/>
          </a:xfrm>
          <a:prstGeom prst="rect">
            <a:avLst/>
          </a:prstGeom>
          <a:effectLst>
            <a:outerShdw blurRad="57150" dist="19050" dir="5400000" algn="bl" rotWithShape="0">
              <a:srgbClr val="000000">
                <a:alpha val="50000"/>
              </a:srgbClr>
            </a:outerShdw>
          </a:effectLst>
        </p:spPr>
        <p:txBody>
          <a:bodyPr spcFirstLastPara="1" wrap="square" lIns="91425" tIns="91425" rIns="91425" bIns="91425" anchor="t" anchorCtr="0">
            <a:normAutofit/>
          </a:bodyPr>
          <a:lstStyle>
            <a:lvl1pPr lvl="0" algn="ctr" rtl="0">
              <a:spcBef>
                <a:spcPts val="0"/>
              </a:spcBef>
              <a:spcAft>
                <a:spcPts val="0"/>
              </a:spcAft>
              <a:buSzPts val="2800"/>
              <a:buNone/>
              <a:defRPr sz="2100"/>
            </a:lvl1pPr>
            <a:lvl2pPr lvl="1" algn="ctr" rtl="0">
              <a:spcBef>
                <a:spcPts val="0"/>
              </a:spcBef>
              <a:spcAft>
                <a:spcPts val="0"/>
              </a:spcAft>
              <a:buSzPts val="2800"/>
              <a:buNone/>
              <a:defRPr/>
            </a:lvl2pPr>
            <a:lvl3pPr lvl="2" algn="ctr" rtl="0">
              <a:spcBef>
                <a:spcPts val="0"/>
              </a:spcBef>
              <a:spcAft>
                <a:spcPts val="0"/>
              </a:spcAft>
              <a:buSzPts val="2800"/>
              <a:buNone/>
              <a:defRPr/>
            </a:lvl3pPr>
            <a:lvl4pPr lvl="3" algn="ctr" rtl="0">
              <a:spcBef>
                <a:spcPts val="0"/>
              </a:spcBef>
              <a:spcAft>
                <a:spcPts val="0"/>
              </a:spcAft>
              <a:buSzPts val="2800"/>
              <a:buNone/>
              <a:defRPr/>
            </a:lvl4pPr>
            <a:lvl5pPr lvl="4" algn="ctr" rtl="0">
              <a:spcBef>
                <a:spcPts val="0"/>
              </a:spcBef>
              <a:spcAft>
                <a:spcPts val="0"/>
              </a:spcAft>
              <a:buSzPts val="2800"/>
              <a:buNone/>
              <a:defRPr/>
            </a:lvl5pPr>
            <a:lvl6pPr lvl="5" algn="ctr" rtl="0">
              <a:spcBef>
                <a:spcPts val="0"/>
              </a:spcBef>
              <a:spcAft>
                <a:spcPts val="0"/>
              </a:spcAft>
              <a:buSzPts val="2800"/>
              <a:buNone/>
              <a:defRPr/>
            </a:lvl6pPr>
            <a:lvl7pPr lvl="6" algn="ctr" rtl="0">
              <a:spcBef>
                <a:spcPts val="0"/>
              </a:spcBef>
              <a:spcAft>
                <a:spcPts val="0"/>
              </a:spcAft>
              <a:buSzPts val="2800"/>
              <a:buNone/>
              <a:defRPr/>
            </a:lvl7pPr>
            <a:lvl8pPr lvl="7" algn="ctr" rtl="0">
              <a:spcBef>
                <a:spcPts val="0"/>
              </a:spcBef>
              <a:spcAft>
                <a:spcPts val="0"/>
              </a:spcAft>
              <a:buSzPts val="2800"/>
              <a:buNone/>
              <a:defRPr/>
            </a:lvl8pPr>
            <a:lvl9pPr lvl="8" algn="ctr" rtl="0">
              <a:spcBef>
                <a:spcPts val="0"/>
              </a:spcBef>
              <a:spcAft>
                <a:spcPts val="0"/>
              </a:spcAft>
              <a:buSzPts val="2800"/>
              <a:buNone/>
              <a:defRPr/>
            </a:lvl9pPr>
          </a:lstStyle>
          <a:p>
            <a:endParaRPr/>
          </a:p>
        </p:txBody>
      </p:sp>
      <p:sp>
        <p:nvSpPr>
          <p:cNvPr id="70" name="Google Shape;70;p3"/>
          <p:cNvSpPr txBox="1">
            <a:spLocks noGrp="1"/>
          </p:cNvSpPr>
          <p:nvPr>
            <p:ph type="subTitle" idx="1"/>
          </p:nvPr>
        </p:nvSpPr>
        <p:spPr>
          <a:xfrm>
            <a:off x="2226300" y="513400"/>
            <a:ext cx="3219000" cy="269100"/>
          </a:xfrm>
          <a:prstGeom prst="rect">
            <a:avLst/>
          </a:prstGeom>
        </p:spPr>
        <p:txBody>
          <a:bodyPr spcFirstLastPara="1" wrap="square" lIns="91425" tIns="91425" rIns="91425" bIns="91425" anchor="t" anchorCtr="0">
            <a:spAutoFit/>
          </a:bodyPr>
          <a:lstStyle>
            <a:lvl1pPr lvl="0" algn="ctr" rtl="0">
              <a:spcBef>
                <a:spcPts val="0"/>
              </a:spcBef>
              <a:spcAft>
                <a:spcPts val="0"/>
              </a:spcAft>
              <a:buClr>
                <a:schemeClr val="dk1"/>
              </a:buClr>
              <a:buSzPts val="1200"/>
              <a:buFont typeface="PT Sans Narrow"/>
              <a:buNone/>
              <a:defRPr sz="1200">
                <a:solidFill>
                  <a:schemeClr val="dk1"/>
                </a:solidFill>
                <a:latin typeface="PT Sans Narrow"/>
                <a:ea typeface="PT Sans Narrow"/>
                <a:cs typeface="PT Sans Narrow"/>
                <a:sym typeface="PT Sans Narrow"/>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Layout 3">
  <p:cSld name="CUSTOM_2_1">
    <p:spTree>
      <p:nvGrpSpPr>
        <p:cNvPr id="1" name="Shape 71"/>
        <p:cNvGrpSpPr/>
        <p:nvPr/>
      </p:nvGrpSpPr>
      <p:grpSpPr>
        <a:xfrm>
          <a:off x="0" y="0"/>
          <a:ext cx="0" cy="0"/>
          <a:chOff x="0" y="0"/>
          <a:chExt cx="0" cy="0"/>
        </a:xfrm>
      </p:grpSpPr>
      <p:cxnSp>
        <p:nvCxnSpPr>
          <p:cNvPr id="72" name="Google Shape;72;p4"/>
          <p:cNvCxnSpPr/>
          <p:nvPr/>
        </p:nvCxnSpPr>
        <p:spPr>
          <a:xfrm>
            <a:off x="417963" y="311025"/>
            <a:ext cx="28200" cy="8777100"/>
          </a:xfrm>
          <a:prstGeom prst="straightConnector1">
            <a:avLst/>
          </a:prstGeom>
          <a:noFill/>
          <a:ln w="9525" cap="flat" cmpd="sng">
            <a:solidFill>
              <a:srgbClr val="B7B7B7"/>
            </a:solidFill>
            <a:prstDash val="solid"/>
            <a:round/>
            <a:headEnd type="none" w="med" len="med"/>
            <a:tailEnd type="none" w="med" len="med"/>
          </a:ln>
        </p:spPr>
      </p:cxnSp>
      <p:grpSp>
        <p:nvGrpSpPr>
          <p:cNvPr id="73" name="Google Shape;73;p4"/>
          <p:cNvGrpSpPr/>
          <p:nvPr/>
        </p:nvGrpSpPr>
        <p:grpSpPr>
          <a:xfrm>
            <a:off x="404725" y="1681475"/>
            <a:ext cx="6908400" cy="72025"/>
            <a:chOff x="404725" y="1681475"/>
            <a:chExt cx="6908400" cy="72025"/>
          </a:xfrm>
        </p:grpSpPr>
        <p:cxnSp>
          <p:nvCxnSpPr>
            <p:cNvPr id="74" name="Google Shape;74;p4"/>
            <p:cNvCxnSpPr/>
            <p:nvPr/>
          </p:nvCxnSpPr>
          <p:spPr>
            <a:xfrm rot="10800000" flipH="1">
              <a:off x="404725" y="1681475"/>
              <a:ext cx="6908400" cy="16800"/>
            </a:xfrm>
            <a:prstGeom prst="straightConnector1">
              <a:avLst/>
            </a:prstGeom>
            <a:noFill/>
            <a:ln w="38100" cap="flat" cmpd="sng">
              <a:solidFill>
                <a:srgbClr val="666666"/>
              </a:solidFill>
              <a:prstDash val="solid"/>
              <a:round/>
              <a:headEnd type="none" w="med" len="med"/>
              <a:tailEnd type="none" w="med" len="med"/>
            </a:ln>
          </p:spPr>
        </p:cxnSp>
        <p:cxnSp>
          <p:nvCxnSpPr>
            <p:cNvPr id="75" name="Google Shape;75;p4"/>
            <p:cNvCxnSpPr/>
            <p:nvPr/>
          </p:nvCxnSpPr>
          <p:spPr>
            <a:xfrm rot="10800000" flipH="1">
              <a:off x="404725" y="1736700"/>
              <a:ext cx="6908400" cy="16800"/>
            </a:xfrm>
            <a:prstGeom prst="straightConnector1">
              <a:avLst/>
            </a:prstGeom>
            <a:noFill/>
            <a:ln w="38100" cap="flat" cmpd="sng">
              <a:solidFill>
                <a:srgbClr val="666666"/>
              </a:solidFill>
              <a:prstDash val="solid"/>
              <a:round/>
              <a:headEnd type="none" w="med" len="med"/>
              <a:tailEnd type="none" w="med" len="med"/>
            </a:ln>
          </p:spPr>
        </p:cxnSp>
      </p:grpSp>
      <p:cxnSp>
        <p:nvCxnSpPr>
          <p:cNvPr id="76" name="Google Shape;76;p4"/>
          <p:cNvCxnSpPr/>
          <p:nvPr/>
        </p:nvCxnSpPr>
        <p:spPr>
          <a:xfrm>
            <a:off x="7326238" y="311025"/>
            <a:ext cx="28200" cy="8777100"/>
          </a:xfrm>
          <a:prstGeom prst="straightConnector1">
            <a:avLst/>
          </a:prstGeom>
          <a:noFill/>
          <a:ln w="9525" cap="flat" cmpd="sng">
            <a:solidFill>
              <a:srgbClr val="B7B7B7"/>
            </a:solidFill>
            <a:prstDash val="solid"/>
            <a:round/>
            <a:headEnd type="none" w="med" len="med"/>
            <a:tailEnd type="none" w="med" len="med"/>
          </a:ln>
        </p:spPr>
      </p:cxnSp>
      <p:sp>
        <p:nvSpPr>
          <p:cNvPr id="77" name="Google Shape;77;p4"/>
          <p:cNvSpPr txBox="1">
            <a:spLocks noGrp="1"/>
          </p:cNvSpPr>
          <p:nvPr>
            <p:ph type="title"/>
          </p:nvPr>
        </p:nvSpPr>
        <p:spPr>
          <a:xfrm>
            <a:off x="404725" y="855800"/>
            <a:ext cx="6908400" cy="771300"/>
          </a:xfrm>
          <a:prstGeom prst="rect">
            <a:avLst/>
          </a:prstGeom>
          <a:effectLst>
            <a:outerShdw blurRad="57150" dist="19050" dir="5400000" algn="bl" rotWithShape="0">
              <a:srgbClr val="000000">
                <a:alpha val="50000"/>
              </a:srgbClr>
            </a:outerShdw>
          </a:effectLst>
        </p:spPr>
        <p:txBody>
          <a:bodyPr spcFirstLastPara="1" wrap="square" lIns="91425" tIns="91425" rIns="91425" bIns="91425" anchor="t" anchorCtr="0">
            <a:normAutofit/>
          </a:bodyPr>
          <a:lstStyle>
            <a:lvl1pPr lvl="0" algn="ctr" rtl="0">
              <a:spcBef>
                <a:spcPts val="0"/>
              </a:spcBef>
              <a:spcAft>
                <a:spcPts val="0"/>
              </a:spcAft>
              <a:buSzPts val="2800"/>
              <a:buNone/>
              <a:defRPr sz="2100"/>
            </a:lvl1pPr>
            <a:lvl2pPr lvl="1" algn="ctr" rtl="0">
              <a:spcBef>
                <a:spcPts val="0"/>
              </a:spcBef>
              <a:spcAft>
                <a:spcPts val="0"/>
              </a:spcAft>
              <a:buSzPts val="2800"/>
              <a:buNone/>
              <a:defRPr/>
            </a:lvl2pPr>
            <a:lvl3pPr lvl="2" algn="ctr" rtl="0">
              <a:spcBef>
                <a:spcPts val="0"/>
              </a:spcBef>
              <a:spcAft>
                <a:spcPts val="0"/>
              </a:spcAft>
              <a:buSzPts val="2800"/>
              <a:buNone/>
              <a:defRPr/>
            </a:lvl3pPr>
            <a:lvl4pPr lvl="3" algn="ctr" rtl="0">
              <a:spcBef>
                <a:spcPts val="0"/>
              </a:spcBef>
              <a:spcAft>
                <a:spcPts val="0"/>
              </a:spcAft>
              <a:buSzPts val="2800"/>
              <a:buNone/>
              <a:defRPr/>
            </a:lvl4pPr>
            <a:lvl5pPr lvl="4" algn="ctr" rtl="0">
              <a:spcBef>
                <a:spcPts val="0"/>
              </a:spcBef>
              <a:spcAft>
                <a:spcPts val="0"/>
              </a:spcAft>
              <a:buSzPts val="2800"/>
              <a:buNone/>
              <a:defRPr/>
            </a:lvl5pPr>
            <a:lvl6pPr lvl="5" algn="ctr" rtl="0">
              <a:spcBef>
                <a:spcPts val="0"/>
              </a:spcBef>
              <a:spcAft>
                <a:spcPts val="0"/>
              </a:spcAft>
              <a:buSzPts val="2800"/>
              <a:buNone/>
              <a:defRPr/>
            </a:lvl6pPr>
            <a:lvl7pPr lvl="6" algn="ctr" rtl="0">
              <a:spcBef>
                <a:spcPts val="0"/>
              </a:spcBef>
              <a:spcAft>
                <a:spcPts val="0"/>
              </a:spcAft>
              <a:buSzPts val="2800"/>
              <a:buNone/>
              <a:defRPr/>
            </a:lvl7pPr>
            <a:lvl8pPr lvl="7" algn="ctr" rtl="0">
              <a:spcBef>
                <a:spcPts val="0"/>
              </a:spcBef>
              <a:spcAft>
                <a:spcPts val="0"/>
              </a:spcAft>
              <a:buSzPts val="2800"/>
              <a:buNone/>
              <a:defRPr/>
            </a:lvl8pPr>
            <a:lvl9pPr lvl="8" algn="ctr" rtl="0">
              <a:spcBef>
                <a:spcPts val="0"/>
              </a:spcBef>
              <a:spcAft>
                <a:spcPts val="0"/>
              </a:spcAft>
              <a:buSzPts val="2800"/>
              <a:buNone/>
              <a:defRPr/>
            </a:lvl9pPr>
          </a:lstStyle>
          <a:p>
            <a:endParaRPr/>
          </a:p>
        </p:txBody>
      </p:sp>
      <p:sp>
        <p:nvSpPr>
          <p:cNvPr id="78" name="Google Shape;78;p4"/>
          <p:cNvSpPr txBox="1">
            <a:spLocks noGrp="1"/>
          </p:cNvSpPr>
          <p:nvPr>
            <p:ph type="subTitle" idx="1"/>
          </p:nvPr>
        </p:nvSpPr>
        <p:spPr>
          <a:xfrm>
            <a:off x="2249425" y="1360475"/>
            <a:ext cx="3219000" cy="269100"/>
          </a:xfrm>
          <a:prstGeom prst="rect">
            <a:avLst/>
          </a:prstGeom>
        </p:spPr>
        <p:txBody>
          <a:bodyPr spcFirstLastPara="1" wrap="square" lIns="91425" tIns="91425" rIns="91425" bIns="91425" anchor="t" anchorCtr="0">
            <a:spAutoFit/>
          </a:bodyPr>
          <a:lstStyle>
            <a:lvl1pPr lvl="0" algn="ctr" rtl="0">
              <a:spcBef>
                <a:spcPts val="0"/>
              </a:spcBef>
              <a:spcAft>
                <a:spcPts val="0"/>
              </a:spcAft>
              <a:buClr>
                <a:schemeClr val="dk1"/>
              </a:buClr>
              <a:buSzPts val="1200"/>
              <a:buFont typeface="PT Sans Narrow"/>
              <a:buNone/>
              <a:defRPr sz="1200">
                <a:solidFill>
                  <a:schemeClr val="dk1"/>
                </a:solidFill>
                <a:latin typeface="PT Sans Narrow"/>
                <a:ea typeface="PT Sans Narrow"/>
                <a:cs typeface="PT Sans Narrow"/>
                <a:sym typeface="PT Sans Narrow"/>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cxnSp>
        <p:nvCxnSpPr>
          <p:cNvPr id="79" name="Google Shape;79;p4"/>
          <p:cNvCxnSpPr/>
          <p:nvPr/>
        </p:nvCxnSpPr>
        <p:spPr>
          <a:xfrm rot="10800000">
            <a:off x="438150" y="3505200"/>
            <a:ext cx="6896100" cy="0"/>
          </a:xfrm>
          <a:prstGeom prst="straightConnector1">
            <a:avLst/>
          </a:prstGeom>
          <a:noFill/>
          <a:ln w="9525" cap="flat" cmpd="sng">
            <a:solidFill>
              <a:srgbClr val="CCCCCC"/>
            </a:solidFill>
            <a:prstDash val="solid"/>
            <a:round/>
            <a:headEnd type="none" w="med" len="med"/>
            <a:tailEnd type="none" w="med" len="med"/>
          </a:ln>
        </p:spPr>
      </p:cxnSp>
      <p:cxnSp>
        <p:nvCxnSpPr>
          <p:cNvPr id="80" name="Google Shape;80;p4"/>
          <p:cNvCxnSpPr/>
          <p:nvPr/>
        </p:nvCxnSpPr>
        <p:spPr>
          <a:xfrm>
            <a:off x="3861475" y="3505200"/>
            <a:ext cx="0" cy="5611800"/>
          </a:xfrm>
          <a:prstGeom prst="straightConnector1">
            <a:avLst/>
          </a:prstGeom>
          <a:noFill/>
          <a:ln w="9525" cap="flat" cmpd="sng">
            <a:solidFill>
              <a:srgbClr val="B7B7B7"/>
            </a:solidFill>
            <a:prstDash val="solid"/>
            <a:round/>
            <a:headEnd type="none" w="med" len="med"/>
            <a:tailEnd type="none" w="med" len="med"/>
          </a:ln>
        </p:spPr>
      </p:cxnSp>
      <p:grpSp>
        <p:nvGrpSpPr>
          <p:cNvPr id="81" name="Google Shape;81;p4"/>
          <p:cNvGrpSpPr/>
          <p:nvPr/>
        </p:nvGrpSpPr>
        <p:grpSpPr>
          <a:xfrm>
            <a:off x="417975" y="1885250"/>
            <a:ext cx="2357775" cy="410125"/>
            <a:chOff x="417975" y="1885250"/>
            <a:chExt cx="2357775" cy="410125"/>
          </a:xfrm>
        </p:grpSpPr>
        <p:sp>
          <p:nvSpPr>
            <p:cNvPr id="82" name="Google Shape;82;p4"/>
            <p:cNvSpPr/>
            <p:nvPr/>
          </p:nvSpPr>
          <p:spPr>
            <a:xfrm>
              <a:off x="417975" y="1885250"/>
              <a:ext cx="2020800" cy="4101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83;p4"/>
            <p:cNvSpPr/>
            <p:nvPr/>
          </p:nvSpPr>
          <p:spPr>
            <a:xfrm rot="10800000">
              <a:off x="2236350" y="1885875"/>
              <a:ext cx="539400" cy="409500"/>
            </a:xfrm>
            <a:prstGeom prst="chevron">
              <a:avLst>
                <a:gd name="adj" fmla="val 500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84;p4"/>
            <p:cNvSpPr/>
            <p:nvPr/>
          </p:nvSpPr>
          <p:spPr>
            <a:xfrm>
              <a:off x="446175" y="1905300"/>
              <a:ext cx="1946700" cy="364200"/>
            </a:xfrm>
            <a:prstGeom prst="rect">
              <a:avLst/>
            </a:prstGeom>
            <a:solidFill>
              <a:srgbClr val="B7B7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85;p4"/>
            <p:cNvSpPr/>
            <p:nvPr/>
          </p:nvSpPr>
          <p:spPr>
            <a:xfrm rot="10800000">
              <a:off x="2198100" y="1906000"/>
              <a:ext cx="519600" cy="363600"/>
            </a:xfrm>
            <a:prstGeom prst="chevron">
              <a:avLst>
                <a:gd name="adj" fmla="val 50000"/>
              </a:avLst>
            </a:prstGeom>
            <a:solidFill>
              <a:srgbClr val="B7B7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6" name="Google Shape;86;p4"/>
          <p:cNvGrpSpPr/>
          <p:nvPr/>
        </p:nvGrpSpPr>
        <p:grpSpPr>
          <a:xfrm>
            <a:off x="417975" y="3505200"/>
            <a:ext cx="2357775" cy="410125"/>
            <a:chOff x="265575" y="3352800"/>
            <a:chExt cx="2357775" cy="410125"/>
          </a:xfrm>
        </p:grpSpPr>
        <p:sp>
          <p:nvSpPr>
            <p:cNvPr id="87" name="Google Shape;87;p4"/>
            <p:cNvSpPr/>
            <p:nvPr/>
          </p:nvSpPr>
          <p:spPr>
            <a:xfrm>
              <a:off x="265575" y="3352800"/>
              <a:ext cx="2020800" cy="4101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88;p4"/>
            <p:cNvSpPr/>
            <p:nvPr/>
          </p:nvSpPr>
          <p:spPr>
            <a:xfrm rot="10800000">
              <a:off x="2083950" y="3353425"/>
              <a:ext cx="539400" cy="409500"/>
            </a:xfrm>
            <a:prstGeom prst="chevron">
              <a:avLst>
                <a:gd name="adj" fmla="val 500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89;p4"/>
            <p:cNvSpPr/>
            <p:nvPr/>
          </p:nvSpPr>
          <p:spPr>
            <a:xfrm>
              <a:off x="293775" y="3372850"/>
              <a:ext cx="1946700" cy="364200"/>
            </a:xfrm>
            <a:prstGeom prst="rect">
              <a:avLst/>
            </a:prstGeom>
            <a:solidFill>
              <a:srgbClr val="B7B7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90;p4"/>
            <p:cNvSpPr/>
            <p:nvPr/>
          </p:nvSpPr>
          <p:spPr>
            <a:xfrm rot="10800000">
              <a:off x="2045700" y="3373550"/>
              <a:ext cx="519600" cy="363600"/>
            </a:xfrm>
            <a:prstGeom prst="chevron">
              <a:avLst>
                <a:gd name="adj" fmla="val 50000"/>
              </a:avLst>
            </a:prstGeom>
            <a:solidFill>
              <a:srgbClr val="B7B7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1" name="Google Shape;91;p4"/>
          <p:cNvGrpSpPr/>
          <p:nvPr/>
        </p:nvGrpSpPr>
        <p:grpSpPr>
          <a:xfrm>
            <a:off x="3872113" y="3505200"/>
            <a:ext cx="2357775" cy="410125"/>
            <a:chOff x="3567313" y="3200400"/>
            <a:chExt cx="2357775" cy="410125"/>
          </a:xfrm>
        </p:grpSpPr>
        <p:sp>
          <p:nvSpPr>
            <p:cNvPr id="92" name="Google Shape;92;p4"/>
            <p:cNvSpPr/>
            <p:nvPr/>
          </p:nvSpPr>
          <p:spPr>
            <a:xfrm>
              <a:off x="3567313" y="3200400"/>
              <a:ext cx="2020800" cy="4101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93;p4"/>
            <p:cNvSpPr/>
            <p:nvPr/>
          </p:nvSpPr>
          <p:spPr>
            <a:xfrm rot="10800000">
              <a:off x="5385688" y="3201025"/>
              <a:ext cx="539400" cy="409500"/>
            </a:xfrm>
            <a:prstGeom prst="chevron">
              <a:avLst>
                <a:gd name="adj" fmla="val 500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4"/>
            <p:cNvSpPr/>
            <p:nvPr/>
          </p:nvSpPr>
          <p:spPr>
            <a:xfrm>
              <a:off x="3595513" y="3220450"/>
              <a:ext cx="1946700" cy="364200"/>
            </a:xfrm>
            <a:prstGeom prst="rect">
              <a:avLst/>
            </a:prstGeom>
            <a:solidFill>
              <a:srgbClr val="B7B7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95;p4"/>
            <p:cNvSpPr/>
            <p:nvPr/>
          </p:nvSpPr>
          <p:spPr>
            <a:xfrm rot="10800000">
              <a:off x="5347438" y="3221150"/>
              <a:ext cx="519600" cy="363600"/>
            </a:xfrm>
            <a:prstGeom prst="chevron">
              <a:avLst>
                <a:gd name="adj" fmla="val 50000"/>
              </a:avLst>
            </a:prstGeom>
            <a:solidFill>
              <a:srgbClr val="B7B7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6" name="Google Shape;96;p4"/>
          <p:cNvGrpSpPr/>
          <p:nvPr/>
        </p:nvGrpSpPr>
        <p:grpSpPr>
          <a:xfrm>
            <a:off x="417963" y="6597750"/>
            <a:ext cx="2357775" cy="410125"/>
            <a:chOff x="-39237" y="6140550"/>
            <a:chExt cx="2357775" cy="410125"/>
          </a:xfrm>
        </p:grpSpPr>
        <p:sp>
          <p:nvSpPr>
            <p:cNvPr id="97" name="Google Shape;97;p4"/>
            <p:cNvSpPr/>
            <p:nvPr/>
          </p:nvSpPr>
          <p:spPr>
            <a:xfrm>
              <a:off x="-39237" y="6140550"/>
              <a:ext cx="2020800" cy="4101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98;p4"/>
            <p:cNvSpPr/>
            <p:nvPr/>
          </p:nvSpPr>
          <p:spPr>
            <a:xfrm rot="10800000">
              <a:off x="1779138" y="6141175"/>
              <a:ext cx="539400" cy="409500"/>
            </a:xfrm>
            <a:prstGeom prst="chevron">
              <a:avLst>
                <a:gd name="adj" fmla="val 500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99;p4"/>
            <p:cNvSpPr/>
            <p:nvPr/>
          </p:nvSpPr>
          <p:spPr>
            <a:xfrm>
              <a:off x="-11037" y="6160600"/>
              <a:ext cx="1946700" cy="364200"/>
            </a:xfrm>
            <a:prstGeom prst="rect">
              <a:avLst/>
            </a:prstGeom>
            <a:solidFill>
              <a:srgbClr val="B7B7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100;p4"/>
            <p:cNvSpPr/>
            <p:nvPr/>
          </p:nvSpPr>
          <p:spPr>
            <a:xfrm rot="10800000">
              <a:off x="1740888" y="6161300"/>
              <a:ext cx="519600" cy="363600"/>
            </a:xfrm>
            <a:prstGeom prst="chevron">
              <a:avLst>
                <a:gd name="adj" fmla="val 50000"/>
              </a:avLst>
            </a:prstGeom>
            <a:solidFill>
              <a:srgbClr val="B7B7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1" name="Google Shape;101;p4"/>
          <p:cNvSpPr txBox="1"/>
          <p:nvPr/>
        </p:nvSpPr>
        <p:spPr>
          <a:xfrm>
            <a:off x="554500" y="1908525"/>
            <a:ext cx="19473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latin typeface="Google Sans"/>
                <a:ea typeface="Google Sans"/>
                <a:cs typeface="Google Sans"/>
                <a:sym typeface="Google Sans"/>
              </a:rPr>
              <a:t>OVERVIEW</a:t>
            </a:r>
            <a:endParaRPr b="1">
              <a:latin typeface="Google Sans"/>
              <a:ea typeface="Google Sans"/>
              <a:cs typeface="Google Sans"/>
              <a:sym typeface="Google Sans"/>
            </a:endParaRPr>
          </a:p>
        </p:txBody>
      </p:sp>
      <p:sp>
        <p:nvSpPr>
          <p:cNvPr id="102" name="Google Shape;102;p4"/>
          <p:cNvSpPr txBox="1"/>
          <p:nvPr/>
        </p:nvSpPr>
        <p:spPr>
          <a:xfrm>
            <a:off x="623213" y="3510163"/>
            <a:ext cx="19473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latin typeface="Google Sans"/>
                <a:ea typeface="Google Sans"/>
                <a:cs typeface="Google Sans"/>
                <a:sym typeface="Google Sans"/>
              </a:rPr>
              <a:t>PROJECT STATUS </a:t>
            </a:r>
            <a:endParaRPr b="1">
              <a:latin typeface="Google Sans"/>
              <a:ea typeface="Google Sans"/>
              <a:cs typeface="Google Sans"/>
              <a:sym typeface="Google Sans"/>
            </a:endParaRPr>
          </a:p>
        </p:txBody>
      </p:sp>
      <p:sp>
        <p:nvSpPr>
          <p:cNvPr id="103" name="Google Shape;103;p4"/>
          <p:cNvSpPr txBox="1"/>
          <p:nvPr/>
        </p:nvSpPr>
        <p:spPr>
          <a:xfrm>
            <a:off x="623225" y="6602713"/>
            <a:ext cx="19473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latin typeface="Google Sans"/>
                <a:ea typeface="Google Sans"/>
                <a:cs typeface="Google Sans"/>
                <a:sym typeface="Google Sans"/>
              </a:rPr>
              <a:t>NEXT STEPS </a:t>
            </a:r>
            <a:endParaRPr b="1">
              <a:latin typeface="Google Sans"/>
              <a:ea typeface="Google Sans"/>
              <a:cs typeface="Google Sans"/>
              <a:sym typeface="Google Sans"/>
            </a:endParaRPr>
          </a:p>
        </p:txBody>
      </p:sp>
      <p:sp>
        <p:nvSpPr>
          <p:cNvPr id="104" name="Google Shape;104;p4"/>
          <p:cNvSpPr txBox="1"/>
          <p:nvPr/>
        </p:nvSpPr>
        <p:spPr>
          <a:xfrm>
            <a:off x="4077338" y="3505200"/>
            <a:ext cx="19473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latin typeface="Google Sans"/>
                <a:ea typeface="Google Sans"/>
                <a:cs typeface="Google Sans"/>
                <a:sym typeface="Google Sans"/>
              </a:rPr>
              <a:t>KEY INSIGHTS </a:t>
            </a:r>
            <a:endParaRPr b="1">
              <a:latin typeface="Google Sans"/>
              <a:ea typeface="Google Sans"/>
              <a:cs typeface="Google Sans"/>
              <a:sym typeface="Google Sans"/>
            </a:endParaRPr>
          </a:p>
        </p:txBody>
      </p:sp>
      <p:sp>
        <p:nvSpPr>
          <p:cNvPr id="105" name="Google Shape;105;p4"/>
          <p:cNvSpPr txBox="1">
            <a:spLocks noGrp="1"/>
          </p:cNvSpPr>
          <p:nvPr>
            <p:ph type="body" idx="2"/>
          </p:nvPr>
        </p:nvSpPr>
        <p:spPr>
          <a:xfrm>
            <a:off x="413425" y="2320675"/>
            <a:ext cx="6896100" cy="1027500"/>
          </a:xfrm>
          <a:prstGeom prst="rect">
            <a:avLst/>
          </a:prstGeom>
        </p:spPr>
        <p:txBody>
          <a:bodyPr spcFirstLastPara="1" wrap="square" lIns="91425" tIns="91425" rIns="91425" bIns="91425" anchor="t" anchorCtr="0">
            <a:normAutofit/>
          </a:bodyPr>
          <a:lstStyle>
            <a:lvl1pPr marL="457200" lvl="0" indent="-304800" rtl="0">
              <a:spcBef>
                <a:spcPts val="0"/>
              </a:spcBef>
              <a:spcAft>
                <a:spcPts val="0"/>
              </a:spcAft>
              <a:buSzPts val="1200"/>
              <a:buChar char="●"/>
              <a:defRPr sz="1200"/>
            </a:lvl1pPr>
            <a:lvl2pPr marL="914400" lvl="1" indent="-304800" rtl="0">
              <a:spcBef>
                <a:spcPts val="0"/>
              </a:spcBef>
              <a:spcAft>
                <a:spcPts val="0"/>
              </a:spcAft>
              <a:buSzPts val="1200"/>
              <a:buChar char="○"/>
              <a:defRPr sz="1200"/>
            </a:lvl2pPr>
            <a:lvl3pPr marL="1371600" lvl="2" indent="-304800" rtl="0">
              <a:spcBef>
                <a:spcPts val="0"/>
              </a:spcBef>
              <a:spcAft>
                <a:spcPts val="0"/>
              </a:spcAft>
              <a:buSzPts val="1200"/>
              <a:buChar char="■"/>
              <a:defRPr sz="1200"/>
            </a:lvl3pPr>
            <a:lvl4pPr marL="1828800" lvl="3" indent="-304800" rtl="0">
              <a:spcBef>
                <a:spcPts val="0"/>
              </a:spcBef>
              <a:spcAft>
                <a:spcPts val="0"/>
              </a:spcAft>
              <a:buSzPts val="1200"/>
              <a:buChar char="●"/>
              <a:defRPr sz="1200"/>
            </a:lvl4pPr>
            <a:lvl5pPr marL="2286000" lvl="4" indent="-304800" rtl="0">
              <a:spcBef>
                <a:spcPts val="0"/>
              </a:spcBef>
              <a:spcAft>
                <a:spcPts val="0"/>
              </a:spcAft>
              <a:buSzPts val="1200"/>
              <a:buChar char="○"/>
              <a:defRPr sz="1200"/>
            </a:lvl5pPr>
            <a:lvl6pPr marL="2743200" lvl="5" indent="-304800" rtl="0">
              <a:spcBef>
                <a:spcPts val="0"/>
              </a:spcBef>
              <a:spcAft>
                <a:spcPts val="0"/>
              </a:spcAft>
              <a:buSzPts val="1200"/>
              <a:buChar char="■"/>
              <a:defRPr sz="1200"/>
            </a:lvl6pPr>
            <a:lvl7pPr marL="3200400" lvl="6" indent="-304800" rtl="0">
              <a:spcBef>
                <a:spcPts val="0"/>
              </a:spcBef>
              <a:spcAft>
                <a:spcPts val="0"/>
              </a:spcAft>
              <a:buSzPts val="1200"/>
              <a:buChar char="●"/>
              <a:defRPr sz="1200"/>
            </a:lvl7pPr>
            <a:lvl8pPr marL="3657600" lvl="7" indent="-304800" rtl="0">
              <a:spcBef>
                <a:spcPts val="0"/>
              </a:spcBef>
              <a:spcAft>
                <a:spcPts val="0"/>
              </a:spcAft>
              <a:buSzPts val="1200"/>
              <a:buChar char="○"/>
              <a:defRPr sz="1200"/>
            </a:lvl8pPr>
            <a:lvl9pPr marL="4114800" lvl="8" indent="-304800" rtl="0">
              <a:spcBef>
                <a:spcPts val="0"/>
              </a:spcBef>
              <a:spcAft>
                <a:spcPts val="0"/>
              </a:spcAft>
              <a:buSzPts val="1200"/>
              <a:buChar char="■"/>
              <a:defRPr sz="1200"/>
            </a:lvl9pPr>
          </a:lstStyle>
          <a:p>
            <a:endParaRPr/>
          </a:p>
        </p:txBody>
      </p:sp>
      <p:sp>
        <p:nvSpPr>
          <p:cNvPr id="106" name="Google Shape;106;p4"/>
          <p:cNvSpPr txBox="1">
            <a:spLocks noGrp="1"/>
          </p:cNvSpPr>
          <p:nvPr>
            <p:ph type="body" idx="3"/>
          </p:nvPr>
        </p:nvSpPr>
        <p:spPr>
          <a:xfrm>
            <a:off x="438138" y="3915350"/>
            <a:ext cx="3108300" cy="2370000"/>
          </a:xfrm>
          <a:prstGeom prst="rect">
            <a:avLst/>
          </a:prstGeom>
        </p:spPr>
        <p:txBody>
          <a:bodyPr spcFirstLastPara="1" wrap="square" lIns="57150" tIns="91425" rIns="91425" bIns="91425" anchor="t" anchorCtr="0">
            <a:normAutofit/>
          </a:bodyPr>
          <a:lstStyle>
            <a:lvl1pPr marL="457200" lvl="0" indent="-304800" rtl="0">
              <a:spcBef>
                <a:spcPts val="0"/>
              </a:spcBef>
              <a:spcAft>
                <a:spcPts val="0"/>
              </a:spcAft>
              <a:buSzPts val="1200"/>
              <a:buChar char="●"/>
              <a:defRPr sz="1200"/>
            </a:lvl1pPr>
            <a:lvl2pPr marL="914400" lvl="1" indent="-304800" rtl="0">
              <a:spcBef>
                <a:spcPts val="0"/>
              </a:spcBef>
              <a:spcAft>
                <a:spcPts val="0"/>
              </a:spcAft>
              <a:buSzPts val="1200"/>
              <a:buChar char="○"/>
              <a:defRPr sz="1200"/>
            </a:lvl2pPr>
            <a:lvl3pPr marL="1371600" lvl="2" indent="-304800" rtl="0">
              <a:spcBef>
                <a:spcPts val="0"/>
              </a:spcBef>
              <a:spcAft>
                <a:spcPts val="0"/>
              </a:spcAft>
              <a:buSzPts val="1200"/>
              <a:buChar char="■"/>
              <a:defRPr sz="1200"/>
            </a:lvl3pPr>
            <a:lvl4pPr marL="1828800" lvl="3" indent="-304800" rtl="0">
              <a:spcBef>
                <a:spcPts val="0"/>
              </a:spcBef>
              <a:spcAft>
                <a:spcPts val="0"/>
              </a:spcAft>
              <a:buSzPts val="1200"/>
              <a:buChar char="●"/>
              <a:defRPr sz="1200"/>
            </a:lvl4pPr>
            <a:lvl5pPr marL="2286000" lvl="4" indent="-304800" rtl="0">
              <a:spcBef>
                <a:spcPts val="0"/>
              </a:spcBef>
              <a:spcAft>
                <a:spcPts val="0"/>
              </a:spcAft>
              <a:buSzPts val="1200"/>
              <a:buChar char="○"/>
              <a:defRPr sz="1200"/>
            </a:lvl5pPr>
            <a:lvl6pPr marL="2743200" lvl="5" indent="-304800" rtl="0">
              <a:spcBef>
                <a:spcPts val="0"/>
              </a:spcBef>
              <a:spcAft>
                <a:spcPts val="0"/>
              </a:spcAft>
              <a:buSzPts val="1200"/>
              <a:buChar char="■"/>
              <a:defRPr sz="1200"/>
            </a:lvl6pPr>
            <a:lvl7pPr marL="3200400" lvl="6" indent="-304800" rtl="0">
              <a:spcBef>
                <a:spcPts val="0"/>
              </a:spcBef>
              <a:spcAft>
                <a:spcPts val="0"/>
              </a:spcAft>
              <a:buSzPts val="1200"/>
              <a:buChar char="●"/>
              <a:defRPr sz="1200"/>
            </a:lvl7pPr>
            <a:lvl8pPr marL="3657600" lvl="7" indent="-304800" rtl="0">
              <a:spcBef>
                <a:spcPts val="0"/>
              </a:spcBef>
              <a:spcAft>
                <a:spcPts val="0"/>
              </a:spcAft>
              <a:buSzPts val="1200"/>
              <a:buChar char="○"/>
              <a:defRPr sz="1200"/>
            </a:lvl8pPr>
            <a:lvl9pPr marL="4114800" lvl="8" indent="-304800" rtl="0">
              <a:spcBef>
                <a:spcPts val="0"/>
              </a:spcBef>
              <a:spcAft>
                <a:spcPts val="0"/>
              </a:spcAft>
              <a:buSzPts val="1200"/>
              <a:buChar char="■"/>
              <a:defRPr sz="1200"/>
            </a:lvl9pPr>
          </a:lstStyle>
          <a:p>
            <a:endParaRPr/>
          </a:p>
        </p:txBody>
      </p:sp>
      <p:sp>
        <p:nvSpPr>
          <p:cNvPr id="107" name="Google Shape;107;p4"/>
          <p:cNvSpPr txBox="1">
            <a:spLocks noGrp="1"/>
          </p:cNvSpPr>
          <p:nvPr>
            <p:ph type="body" idx="4"/>
          </p:nvPr>
        </p:nvSpPr>
        <p:spPr>
          <a:xfrm>
            <a:off x="438150" y="7050750"/>
            <a:ext cx="3108300" cy="2255400"/>
          </a:xfrm>
          <a:prstGeom prst="rect">
            <a:avLst/>
          </a:prstGeom>
        </p:spPr>
        <p:txBody>
          <a:bodyPr spcFirstLastPara="1" wrap="square" lIns="57150" tIns="91425" rIns="91425" bIns="91425" anchor="t" anchorCtr="0">
            <a:normAutofit/>
          </a:bodyPr>
          <a:lstStyle>
            <a:lvl1pPr marL="457200" lvl="0" indent="-304800" rtl="0">
              <a:spcBef>
                <a:spcPts val="0"/>
              </a:spcBef>
              <a:spcAft>
                <a:spcPts val="0"/>
              </a:spcAft>
              <a:buSzPts val="1200"/>
              <a:buChar char="●"/>
              <a:defRPr sz="1200"/>
            </a:lvl1pPr>
            <a:lvl2pPr marL="914400" lvl="1" indent="-304800" rtl="0">
              <a:spcBef>
                <a:spcPts val="0"/>
              </a:spcBef>
              <a:spcAft>
                <a:spcPts val="0"/>
              </a:spcAft>
              <a:buSzPts val="1200"/>
              <a:buChar char="○"/>
              <a:defRPr sz="1200"/>
            </a:lvl2pPr>
            <a:lvl3pPr marL="1371600" lvl="2" indent="-304800" rtl="0">
              <a:spcBef>
                <a:spcPts val="0"/>
              </a:spcBef>
              <a:spcAft>
                <a:spcPts val="0"/>
              </a:spcAft>
              <a:buSzPts val="1200"/>
              <a:buChar char="■"/>
              <a:defRPr sz="1200"/>
            </a:lvl3pPr>
            <a:lvl4pPr marL="1828800" lvl="3" indent="-304800" rtl="0">
              <a:spcBef>
                <a:spcPts val="0"/>
              </a:spcBef>
              <a:spcAft>
                <a:spcPts val="0"/>
              </a:spcAft>
              <a:buSzPts val="1200"/>
              <a:buChar char="●"/>
              <a:defRPr sz="1200"/>
            </a:lvl4pPr>
            <a:lvl5pPr marL="2286000" lvl="4" indent="-304800" rtl="0">
              <a:spcBef>
                <a:spcPts val="0"/>
              </a:spcBef>
              <a:spcAft>
                <a:spcPts val="0"/>
              </a:spcAft>
              <a:buSzPts val="1200"/>
              <a:buChar char="○"/>
              <a:defRPr sz="1200"/>
            </a:lvl5pPr>
            <a:lvl6pPr marL="2743200" lvl="5" indent="-304800" rtl="0">
              <a:spcBef>
                <a:spcPts val="0"/>
              </a:spcBef>
              <a:spcAft>
                <a:spcPts val="0"/>
              </a:spcAft>
              <a:buSzPts val="1200"/>
              <a:buChar char="■"/>
              <a:defRPr sz="1200"/>
            </a:lvl6pPr>
            <a:lvl7pPr marL="3200400" lvl="6" indent="-304800" rtl="0">
              <a:spcBef>
                <a:spcPts val="0"/>
              </a:spcBef>
              <a:spcAft>
                <a:spcPts val="0"/>
              </a:spcAft>
              <a:buSzPts val="1200"/>
              <a:buChar char="●"/>
              <a:defRPr sz="1200"/>
            </a:lvl7pPr>
            <a:lvl8pPr marL="3657600" lvl="7" indent="-304800" rtl="0">
              <a:spcBef>
                <a:spcPts val="0"/>
              </a:spcBef>
              <a:spcAft>
                <a:spcPts val="0"/>
              </a:spcAft>
              <a:buSzPts val="1200"/>
              <a:buChar char="○"/>
              <a:defRPr sz="1200"/>
            </a:lvl8pPr>
            <a:lvl9pPr marL="4114800" lvl="8" indent="-304800" rtl="0">
              <a:spcBef>
                <a:spcPts val="0"/>
              </a:spcBef>
              <a:spcAft>
                <a:spcPts val="0"/>
              </a:spcAft>
              <a:buSzPts val="1200"/>
              <a:buChar char="■"/>
              <a:defRPr sz="1200"/>
            </a:lvl9pPr>
          </a:lstStyle>
          <a:p>
            <a:endParaRPr/>
          </a:p>
        </p:txBody>
      </p:sp>
      <p:sp>
        <p:nvSpPr>
          <p:cNvPr id="108" name="Google Shape;108;p4"/>
          <p:cNvSpPr txBox="1">
            <a:spLocks noGrp="1"/>
          </p:cNvSpPr>
          <p:nvPr>
            <p:ph type="body" idx="5"/>
          </p:nvPr>
        </p:nvSpPr>
        <p:spPr>
          <a:xfrm>
            <a:off x="3905525" y="4039263"/>
            <a:ext cx="3219000" cy="2604300"/>
          </a:xfrm>
          <a:prstGeom prst="rect">
            <a:avLst/>
          </a:prstGeom>
        </p:spPr>
        <p:txBody>
          <a:bodyPr spcFirstLastPara="1" wrap="square" lIns="57150" tIns="91425" rIns="91425" bIns="91425" anchor="t" anchorCtr="0">
            <a:normAutofit/>
          </a:bodyPr>
          <a:lstStyle>
            <a:lvl1pPr marL="457200" lvl="0" indent="-304800" rtl="0">
              <a:spcBef>
                <a:spcPts val="0"/>
              </a:spcBef>
              <a:spcAft>
                <a:spcPts val="0"/>
              </a:spcAft>
              <a:buSzPts val="1200"/>
              <a:buChar char="●"/>
              <a:defRPr sz="1200"/>
            </a:lvl1pPr>
            <a:lvl2pPr marL="914400" lvl="1" indent="-304800" rtl="0">
              <a:spcBef>
                <a:spcPts val="0"/>
              </a:spcBef>
              <a:spcAft>
                <a:spcPts val="0"/>
              </a:spcAft>
              <a:buSzPts val="1200"/>
              <a:buChar char="○"/>
              <a:defRPr sz="1200"/>
            </a:lvl2pPr>
            <a:lvl3pPr marL="1371600" lvl="2" indent="-304800" rtl="0">
              <a:spcBef>
                <a:spcPts val="0"/>
              </a:spcBef>
              <a:spcAft>
                <a:spcPts val="0"/>
              </a:spcAft>
              <a:buSzPts val="1200"/>
              <a:buChar char="■"/>
              <a:defRPr sz="1200"/>
            </a:lvl3pPr>
            <a:lvl4pPr marL="1828800" lvl="3" indent="-304800" rtl="0">
              <a:spcBef>
                <a:spcPts val="0"/>
              </a:spcBef>
              <a:spcAft>
                <a:spcPts val="0"/>
              </a:spcAft>
              <a:buSzPts val="1200"/>
              <a:buChar char="●"/>
              <a:defRPr sz="1200"/>
            </a:lvl4pPr>
            <a:lvl5pPr marL="2286000" lvl="4" indent="-304800" rtl="0">
              <a:spcBef>
                <a:spcPts val="0"/>
              </a:spcBef>
              <a:spcAft>
                <a:spcPts val="0"/>
              </a:spcAft>
              <a:buSzPts val="1200"/>
              <a:buChar char="○"/>
              <a:defRPr sz="1200"/>
            </a:lvl5pPr>
            <a:lvl6pPr marL="2743200" lvl="5" indent="-304800" rtl="0">
              <a:spcBef>
                <a:spcPts val="0"/>
              </a:spcBef>
              <a:spcAft>
                <a:spcPts val="0"/>
              </a:spcAft>
              <a:buSzPts val="1200"/>
              <a:buChar char="■"/>
              <a:defRPr sz="1200"/>
            </a:lvl6pPr>
            <a:lvl7pPr marL="3200400" lvl="6" indent="-304800" rtl="0">
              <a:spcBef>
                <a:spcPts val="0"/>
              </a:spcBef>
              <a:spcAft>
                <a:spcPts val="0"/>
              </a:spcAft>
              <a:buSzPts val="1200"/>
              <a:buChar char="●"/>
              <a:defRPr sz="1200"/>
            </a:lvl7pPr>
            <a:lvl8pPr marL="3657600" lvl="7" indent="-304800" rtl="0">
              <a:spcBef>
                <a:spcPts val="0"/>
              </a:spcBef>
              <a:spcAft>
                <a:spcPts val="0"/>
              </a:spcAft>
              <a:buSzPts val="1200"/>
              <a:buChar char="○"/>
              <a:defRPr sz="1200"/>
            </a:lvl8pPr>
            <a:lvl9pPr marL="4114800" lvl="8" indent="-304800" rtl="0">
              <a:spcBef>
                <a:spcPts val="0"/>
              </a:spcBef>
              <a:spcAft>
                <a:spcPts val="0"/>
              </a:spcAft>
              <a:buSzPts val="1200"/>
              <a:buChar char="■"/>
              <a:defRPr sz="1200"/>
            </a:lvl9pPr>
          </a:lstStyle>
          <a:p>
            <a:endParaRPr/>
          </a:p>
        </p:txBody>
      </p:sp>
      <p:sp>
        <p:nvSpPr>
          <p:cNvPr id="109" name="Google Shape;109;p4"/>
          <p:cNvSpPr/>
          <p:nvPr/>
        </p:nvSpPr>
        <p:spPr>
          <a:xfrm>
            <a:off x="4138275" y="6767525"/>
            <a:ext cx="3172200" cy="2495700"/>
          </a:xfrm>
          <a:prstGeom prst="rect">
            <a:avLst/>
          </a:prstGeom>
          <a:solidFill>
            <a:srgbClr val="999999"/>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110;p4"/>
          <p:cNvSpPr txBox="1">
            <a:spLocks noGrp="1"/>
          </p:cNvSpPr>
          <p:nvPr>
            <p:ph type="subTitle" idx="6"/>
          </p:nvPr>
        </p:nvSpPr>
        <p:spPr>
          <a:xfrm>
            <a:off x="4183575" y="9228125"/>
            <a:ext cx="3086700" cy="285000"/>
          </a:xfrm>
          <a:prstGeom prst="rect">
            <a:avLst/>
          </a:prstGeom>
        </p:spPr>
        <p:txBody>
          <a:bodyPr spcFirstLastPara="1" wrap="square" lIns="91425" tIns="91425" rIns="91425" bIns="91425" anchor="t" anchorCtr="0">
            <a:normAutofit/>
          </a:bodyPr>
          <a:lstStyle>
            <a:lvl1pPr lvl="0" rtl="0">
              <a:spcBef>
                <a:spcPts val="0"/>
              </a:spcBef>
              <a:spcAft>
                <a:spcPts val="0"/>
              </a:spcAft>
              <a:buSzPts val="1100"/>
              <a:buNone/>
              <a:defRPr sz="1100" i="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11" name="Google Shape;111;p4"/>
          <p:cNvSpPr>
            <a:spLocks noGrp="1"/>
          </p:cNvSpPr>
          <p:nvPr>
            <p:ph type="pic" idx="7"/>
          </p:nvPr>
        </p:nvSpPr>
        <p:spPr>
          <a:xfrm>
            <a:off x="4007763" y="6899688"/>
            <a:ext cx="3172200" cy="2357700"/>
          </a:xfrm>
          <a:prstGeom prst="rect">
            <a:avLst/>
          </a:prstGeom>
          <a:noFill/>
          <a:ln w="38100" cap="flat" cmpd="sng">
            <a:solidFill>
              <a:srgbClr val="000000"/>
            </a:solidFill>
            <a:prstDash val="solid"/>
            <a:round/>
            <a:headEnd type="none" w="sm" len="sm"/>
            <a:tailEnd type="none" w="sm" len="sm"/>
          </a:ln>
        </p:spPr>
      </p:sp>
    </p:spTree>
  </p:cSld>
  <p:clrMapOvr>
    <a:masterClrMapping/>
  </p:clrMapOvr>
  <p:extLst>
    <p:ext uri="{DCECCB84-F9BA-43D5-87BE-67443E8EF086}">
      <p15:sldGuideLst xmlns:p15="http://schemas.microsoft.com/office/powerpoint/2012/main">
        <p15:guide id="1" pos="255">
          <p15:clr>
            <a:srgbClr val="FA7B17"/>
          </p15:clr>
        </p15:guide>
        <p15:guide id="2" orient="horz" pos="2922">
          <p15:clr>
            <a:srgbClr val="FA7B17"/>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Layout 4">
  <p:cSld name="CUSTOM">
    <p:spTree>
      <p:nvGrpSpPr>
        <p:cNvPr id="1" name="Shape 112"/>
        <p:cNvGrpSpPr/>
        <p:nvPr/>
      </p:nvGrpSpPr>
      <p:grpSpPr>
        <a:xfrm>
          <a:off x="0" y="0"/>
          <a:ext cx="0" cy="0"/>
          <a:chOff x="0" y="0"/>
          <a:chExt cx="0" cy="0"/>
        </a:xfrm>
      </p:grpSpPr>
      <p:sp>
        <p:nvSpPr>
          <p:cNvPr id="113" name="Google Shape;113;p5"/>
          <p:cNvSpPr/>
          <p:nvPr/>
        </p:nvSpPr>
        <p:spPr>
          <a:xfrm flipH="1">
            <a:off x="2748900" y="9168075"/>
            <a:ext cx="5023500" cy="890400"/>
          </a:xfrm>
          <a:prstGeom prst="rtTriangle">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latin typeface="Google Sans"/>
              <a:ea typeface="Google Sans"/>
              <a:cs typeface="Google Sans"/>
              <a:sym typeface="Google Sans"/>
            </a:endParaRPr>
          </a:p>
        </p:txBody>
      </p:sp>
      <p:sp>
        <p:nvSpPr>
          <p:cNvPr id="114" name="Google Shape;114;p5"/>
          <p:cNvSpPr/>
          <p:nvPr/>
        </p:nvSpPr>
        <p:spPr>
          <a:xfrm>
            <a:off x="0" y="9168075"/>
            <a:ext cx="4138800" cy="890400"/>
          </a:xfrm>
          <a:prstGeom prst="rtTriangle">
            <a:avLst/>
          </a:prstGeom>
          <a:solidFill>
            <a:srgbClr val="DB4437"/>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latin typeface="Google Sans"/>
              <a:ea typeface="Google Sans"/>
              <a:cs typeface="Google Sans"/>
              <a:sym typeface="Google Sans"/>
            </a:endParaRPr>
          </a:p>
        </p:txBody>
      </p:sp>
      <p:sp>
        <p:nvSpPr>
          <p:cNvPr id="115" name="Google Shape;115;p5"/>
          <p:cNvSpPr txBox="1">
            <a:spLocks noGrp="1"/>
          </p:cNvSpPr>
          <p:nvPr>
            <p:ph type="title"/>
          </p:nvPr>
        </p:nvSpPr>
        <p:spPr>
          <a:xfrm>
            <a:off x="432000" y="449725"/>
            <a:ext cx="6908400" cy="771300"/>
          </a:xfrm>
          <a:prstGeom prst="rect">
            <a:avLst/>
          </a:prstGeom>
          <a:effectLst>
            <a:outerShdw blurRad="57150" dist="19050" dir="5400000" algn="bl" rotWithShape="0">
              <a:srgbClr val="000000">
                <a:alpha val="50000"/>
              </a:srgbClr>
            </a:outerShdw>
          </a:effectLst>
        </p:spPr>
        <p:txBody>
          <a:bodyPr spcFirstLastPara="1" wrap="square" lIns="91425" tIns="91425" rIns="91425" bIns="91425" anchor="t" anchorCtr="0">
            <a:normAutofit/>
          </a:bodyPr>
          <a:lstStyle>
            <a:lvl1pPr lvl="0" algn="ctr" rtl="0">
              <a:spcBef>
                <a:spcPts val="0"/>
              </a:spcBef>
              <a:spcAft>
                <a:spcPts val="0"/>
              </a:spcAft>
              <a:buSzPts val="2800"/>
              <a:buNone/>
              <a:defRPr sz="2100"/>
            </a:lvl1pPr>
            <a:lvl2pPr lvl="1" algn="ctr" rtl="0">
              <a:spcBef>
                <a:spcPts val="0"/>
              </a:spcBef>
              <a:spcAft>
                <a:spcPts val="0"/>
              </a:spcAft>
              <a:buSzPts val="2800"/>
              <a:buNone/>
              <a:defRPr/>
            </a:lvl2pPr>
            <a:lvl3pPr lvl="2" algn="ctr" rtl="0">
              <a:spcBef>
                <a:spcPts val="0"/>
              </a:spcBef>
              <a:spcAft>
                <a:spcPts val="0"/>
              </a:spcAft>
              <a:buSzPts val="2800"/>
              <a:buNone/>
              <a:defRPr/>
            </a:lvl3pPr>
            <a:lvl4pPr lvl="3" algn="ctr" rtl="0">
              <a:spcBef>
                <a:spcPts val="0"/>
              </a:spcBef>
              <a:spcAft>
                <a:spcPts val="0"/>
              </a:spcAft>
              <a:buSzPts val="2800"/>
              <a:buNone/>
              <a:defRPr/>
            </a:lvl4pPr>
            <a:lvl5pPr lvl="4" algn="ctr" rtl="0">
              <a:spcBef>
                <a:spcPts val="0"/>
              </a:spcBef>
              <a:spcAft>
                <a:spcPts val="0"/>
              </a:spcAft>
              <a:buSzPts val="2800"/>
              <a:buNone/>
              <a:defRPr/>
            </a:lvl5pPr>
            <a:lvl6pPr lvl="5" algn="ctr" rtl="0">
              <a:spcBef>
                <a:spcPts val="0"/>
              </a:spcBef>
              <a:spcAft>
                <a:spcPts val="0"/>
              </a:spcAft>
              <a:buSzPts val="2800"/>
              <a:buNone/>
              <a:defRPr/>
            </a:lvl6pPr>
            <a:lvl7pPr lvl="6" algn="ctr" rtl="0">
              <a:spcBef>
                <a:spcPts val="0"/>
              </a:spcBef>
              <a:spcAft>
                <a:spcPts val="0"/>
              </a:spcAft>
              <a:buSzPts val="2800"/>
              <a:buNone/>
              <a:defRPr/>
            </a:lvl7pPr>
            <a:lvl8pPr lvl="7" algn="ctr" rtl="0">
              <a:spcBef>
                <a:spcPts val="0"/>
              </a:spcBef>
              <a:spcAft>
                <a:spcPts val="0"/>
              </a:spcAft>
              <a:buSzPts val="2800"/>
              <a:buNone/>
              <a:defRPr/>
            </a:lvl8pPr>
            <a:lvl9pPr lvl="8" algn="ctr" rtl="0">
              <a:spcBef>
                <a:spcPts val="0"/>
              </a:spcBef>
              <a:spcAft>
                <a:spcPts val="0"/>
              </a:spcAft>
              <a:buSzPts val="2800"/>
              <a:buNone/>
              <a:defRPr/>
            </a:lvl9pPr>
          </a:lstStyle>
          <a:p>
            <a:endParaRPr/>
          </a:p>
        </p:txBody>
      </p:sp>
      <p:sp>
        <p:nvSpPr>
          <p:cNvPr id="116" name="Google Shape;116;p5"/>
          <p:cNvSpPr txBox="1">
            <a:spLocks noGrp="1"/>
          </p:cNvSpPr>
          <p:nvPr>
            <p:ph type="subTitle" idx="1"/>
          </p:nvPr>
        </p:nvSpPr>
        <p:spPr>
          <a:xfrm>
            <a:off x="2276700" y="951925"/>
            <a:ext cx="3219000" cy="269100"/>
          </a:xfrm>
          <a:prstGeom prst="rect">
            <a:avLst/>
          </a:prstGeom>
        </p:spPr>
        <p:txBody>
          <a:bodyPr spcFirstLastPara="1" wrap="square" lIns="91425" tIns="91425" rIns="91425" bIns="91425" anchor="t" anchorCtr="0">
            <a:spAutoFit/>
          </a:bodyPr>
          <a:lstStyle>
            <a:lvl1pPr lvl="0" algn="ctr" rtl="0">
              <a:spcBef>
                <a:spcPts val="0"/>
              </a:spcBef>
              <a:spcAft>
                <a:spcPts val="0"/>
              </a:spcAft>
              <a:buClr>
                <a:schemeClr val="dk1"/>
              </a:buClr>
              <a:buSzPts val="1200"/>
              <a:buFont typeface="PT Sans Narrow"/>
              <a:buNone/>
              <a:defRPr sz="1200">
                <a:solidFill>
                  <a:schemeClr val="dk1"/>
                </a:solidFill>
                <a:latin typeface="PT Sans Narrow"/>
                <a:ea typeface="PT Sans Narrow"/>
                <a:cs typeface="PT Sans Narrow"/>
                <a:sym typeface="PT Sans Narrow"/>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grpSp>
        <p:nvGrpSpPr>
          <p:cNvPr id="117" name="Google Shape;117;p5"/>
          <p:cNvGrpSpPr/>
          <p:nvPr/>
        </p:nvGrpSpPr>
        <p:grpSpPr>
          <a:xfrm>
            <a:off x="95351" y="1392509"/>
            <a:ext cx="7581691" cy="5901"/>
            <a:chOff x="1890075" y="5241175"/>
            <a:chExt cx="4240556" cy="257700"/>
          </a:xfrm>
        </p:grpSpPr>
        <p:sp>
          <p:nvSpPr>
            <p:cNvPr id="118" name="Google Shape;118;p5"/>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119" name="Google Shape;119;p5"/>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120" name="Google Shape;120;p5"/>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121" name="Google Shape;121;p5"/>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grpSp>
        <p:nvGrpSpPr>
          <p:cNvPr id="122" name="Google Shape;122;p5"/>
          <p:cNvGrpSpPr/>
          <p:nvPr/>
        </p:nvGrpSpPr>
        <p:grpSpPr>
          <a:xfrm>
            <a:off x="95351" y="4542984"/>
            <a:ext cx="7581691" cy="5901"/>
            <a:chOff x="1890075" y="5241175"/>
            <a:chExt cx="4240556" cy="257700"/>
          </a:xfrm>
        </p:grpSpPr>
        <p:sp>
          <p:nvSpPr>
            <p:cNvPr id="123" name="Google Shape;123;p5"/>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124" name="Google Shape;124;p5"/>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125" name="Google Shape;125;p5"/>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126" name="Google Shape;126;p5"/>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sp>
        <p:nvSpPr>
          <p:cNvPr id="127" name="Google Shape;127;p5"/>
          <p:cNvSpPr/>
          <p:nvPr/>
        </p:nvSpPr>
        <p:spPr>
          <a:xfrm>
            <a:off x="432000" y="1624350"/>
            <a:ext cx="1598400" cy="269100"/>
          </a:xfrm>
          <a:prstGeom prst="rect">
            <a:avLst/>
          </a:prstGeom>
          <a:solidFill>
            <a:srgbClr val="4285F4"/>
          </a:solidFill>
          <a:ln w="9525" cap="flat" cmpd="sng">
            <a:solidFill>
              <a:srgbClr val="4285F4"/>
            </a:solidFill>
            <a:prstDash val="solid"/>
            <a:round/>
            <a:headEnd type="none" w="sm" len="sm"/>
            <a:tailEnd type="none" w="sm" len="sm"/>
          </a:ln>
          <a:effectLst>
            <a:outerShdw blurRad="57150" dist="19050" dir="5400000" algn="bl" rotWithShape="0">
              <a:schemeClr val="lt2">
                <a:alpha val="50000"/>
              </a:schemeClr>
            </a:outerShdw>
          </a:effectLst>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chemeClr val="dk1"/>
                </a:solidFill>
                <a:latin typeface="Google Sans"/>
                <a:ea typeface="Google Sans"/>
                <a:cs typeface="Google Sans"/>
                <a:sym typeface="Google Sans"/>
              </a:rPr>
              <a:t>Overview </a:t>
            </a:r>
            <a:endParaRPr b="1">
              <a:solidFill>
                <a:schemeClr val="dk1"/>
              </a:solidFill>
              <a:latin typeface="Google Sans"/>
              <a:ea typeface="Google Sans"/>
              <a:cs typeface="Google Sans"/>
              <a:sym typeface="Google Sans"/>
            </a:endParaRPr>
          </a:p>
        </p:txBody>
      </p:sp>
      <p:sp>
        <p:nvSpPr>
          <p:cNvPr id="128" name="Google Shape;128;p5"/>
          <p:cNvSpPr/>
          <p:nvPr/>
        </p:nvSpPr>
        <p:spPr>
          <a:xfrm>
            <a:off x="432000" y="2620004"/>
            <a:ext cx="1598400" cy="2850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chemeClr val="dk1"/>
                </a:solidFill>
                <a:latin typeface="Google Sans"/>
                <a:ea typeface="Google Sans"/>
                <a:cs typeface="Google Sans"/>
                <a:sym typeface="Google Sans"/>
              </a:rPr>
              <a:t>Problem</a:t>
            </a:r>
            <a:endParaRPr b="1">
              <a:solidFill>
                <a:schemeClr val="dk1"/>
              </a:solidFill>
              <a:latin typeface="Google Sans"/>
              <a:ea typeface="Google Sans"/>
              <a:cs typeface="Google Sans"/>
              <a:sym typeface="Google Sans"/>
            </a:endParaRPr>
          </a:p>
        </p:txBody>
      </p:sp>
      <p:sp>
        <p:nvSpPr>
          <p:cNvPr id="129" name="Google Shape;129;p5"/>
          <p:cNvSpPr/>
          <p:nvPr/>
        </p:nvSpPr>
        <p:spPr>
          <a:xfrm>
            <a:off x="432000" y="3615673"/>
            <a:ext cx="1598400" cy="2691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chemeClr val="dk1"/>
                </a:solidFill>
                <a:latin typeface="Google Sans"/>
                <a:ea typeface="Google Sans"/>
                <a:cs typeface="Google Sans"/>
                <a:sym typeface="Google Sans"/>
              </a:rPr>
              <a:t>Solution</a:t>
            </a:r>
            <a:endParaRPr b="1">
              <a:solidFill>
                <a:schemeClr val="dk1"/>
              </a:solidFill>
              <a:latin typeface="Google Sans"/>
              <a:ea typeface="Google Sans"/>
              <a:cs typeface="Google Sans"/>
              <a:sym typeface="Google Sans"/>
            </a:endParaRPr>
          </a:p>
        </p:txBody>
      </p:sp>
      <p:sp>
        <p:nvSpPr>
          <p:cNvPr id="130" name="Google Shape;130;p5"/>
          <p:cNvSpPr/>
          <p:nvPr/>
        </p:nvSpPr>
        <p:spPr>
          <a:xfrm>
            <a:off x="432000" y="4676196"/>
            <a:ext cx="1598400" cy="2850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chemeClr val="dk1"/>
                </a:solidFill>
                <a:latin typeface="Google Sans"/>
                <a:ea typeface="Google Sans"/>
                <a:cs typeface="Google Sans"/>
                <a:sym typeface="Google Sans"/>
              </a:rPr>
              <a:t>Details </a:t>
            </a:r>
            <a:endParaRPr b="1">
              <a:solidFill>
                <a:schemeClr val="dk1"/>
              </a:solidFill>
              <a:latin typeface="Google Sans"/>
              <a:ea typeface="Google Sans"/>
              <a:cs typeface="Google Sans"/>
              <a:sym typeface="Google Sans"/>
            </a:endParaRPr>
          </a:p>
        </p:txBody>
      </p:sp>
      <p:sp>
        <p:nvSpPr>
          <p:cNvPr id="131" name="Google Shape;131;p5"/>
          <p:cNvSpPr/>
          <p:nvPr/>
        </p:nvSpPr>
        <p:spPr>
          <a:xfrm>
            <a:off x="432000" y="8296570"/>
            <a:ext cx="1598400" cy="2691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chemeClr val="dk1"/>
                </a:solidFill>
                <a:latin typeface="Google Sans"/>
                <a:ea typeface="Google Sans"/>
                <a:cs typeface="Google Sans"/>
                <a:sym typeface="Google Sans"/>
              </a:rPr>
              <a:t>Next Steps </a:t>
            </a:r>
            <a:endParaRPr b="1">
              <a:solidFill>
                <a:schemeClr val="dk1"/>
              </a:solidFill>
              <a:latin typeface="Google Sans"/>
              <a:ea typeface="Google Sans"/>
              <a:cs typeface="Google Sans"/>
              <a:sym typeface="Google Sans"/>
            </a:endParaRPr>
          </a:p>
        </p:txBody>
      </p:sp>
      <p:grpSp>
        <p:nvGrpSpPr>
          <p:cNvPr id="132" name="Google Shape;132;p5"/>
          <p:cNvGrpSpPr/>
          <p:nvPr/>
        </p:nvGrpSpPr>
        <p:grpSpPr>
          <a:xfrm>
            <a:off x="95351" y="8200359"/>
            <a:ext cx="7581691" cy="5901"/>
            <a:chOff x="1890075" y="5241175"/>
            <a:chExt cx="4240556" cy="257700"/>
          </a:xfrm>
        </p:grpSpPr>
        <p:sp>
          <p:nvSpPr>
            <p:cNvPr id="133" name="Google Shape;133;p5"/>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134" name="Google Shape;134;p5"/>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135" name="Google Shape;135;p5"/>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136" name="Google Shape;136;p5"/>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sp>
        <p:nvSpPr>
          <p:cNvPr id="137" name="Google Shape;137;p5"/>
          <p:cNvSpPr>
            <a:spLocks noGrp="1"/>
          </p:cNvSpPr>
          <p:nvPr>
            <p:ph type="pic" idx="2"/>
          </p:nvPr>
        </p:nvSpPr>
        <p:spPr>
          <a:xfrm>
            <a:off x="4467025" y="4719300"/>
            <a:ext cx="3006900" cy="2044800"/>
          </a:xfrm>
          <a:prstGeom prst="rect">
            <a:avLst/>
          </a:prstGeom>
          <a:noFill/>
          <a:ln w="9525" cap="flat" cmpd="sng">
            <a:solidFill>
              <a:srgbClr val="000000"/>
            </a:solidFill>
            <a:prstDash val="solid"/>
            <a:round/>
            <a:headEnd type="none" w="sm" len="sm"/>
            <a:tailEnd type="none" w="sm" len="sm"/>
          </a:ln>
          <a:effectLst>
            <a:outerShdw blurRad="57150" dist="19050" dir="5400000" algn="bl" rotWithShape="0">
              <a:srgbClr val="000000">
                <a:alpha val="50000"/>
              </a:srgbClr>
            </a:outerShdw>
          </a:effectLst>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DO NOT USE ">
  <p:cSld name="TITLE_2_1">
    <p:spTree>
      <p:nvGrpSpPr>
        <p:cNvPr id="1" name="Shape 138"/>
        <p:cNvGrpSpPr/>
        <p:nvPr/>
      </p:nvGrpSpPr>
      <p:grpSpPr>
        <a:xfrm>
          <a:off x="0" y="0"/>
          <a:ext cx="0" cy="0"/>
          <a:chOff x="0" y="0"/>
          <a:chExt cx="0" cy="0"/>
        </a:xfrm>
      </p:grpSpPr>
      <p:sp>
        <p:nvSpPr>
          <p:cNvPr id="139" name="Google Shape;139;p6"/>
          <p:cNvSpPr txBox="1"/>
          <p:nvPr/>
        </p:nvSpPr>
        <p:spPr>
          <a:xfrm>
            <a:off x="3993321" y="9367991"/>
            <a:ext cx="3693900" cy="7344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sz="600">
                <a:solidFill>
                  <a:srgbClr val="FFFFFF"/>
                </a:solidFill>
                <a:latin typeface="Roboto"/>
                <a:ea typeface="Roboto"/>
                <a:cs typeface="Roboto"/>
                <a:sym typeface="Roboto"/>
              </a:rPr>
              <a:t>Source: Lorem ipsum dolor sit amet, consectetur adipiscing elit. Duis non erat sem</a:t>
            </a:r>
            <a:endParaRPr sz="600">
              <a:solidFill>
                <a:srgbClr val="FFFFFF"/>
              </a:solidFill>
              <a:latin typeface="Roboto"/>
              <a:ea typeface="Roboto"/>
              <a:cs typeface="Roboto"/>
              <a:sym typeface="Roboto"/>
            </a:endParaRPr>
          </a:p>
        </p:txBody>
      </p:sp>
      <p:sp>
        <p:nvSpPr>
          <p:cNvPr id="140" name="Google Shape;140;p6"/>
          <p:cNvSpPr txBox="1"/>
          <p:nvPr/>
        </p:nvSpPr>
        <p:spPr>
          <a:xfrm>
            <a:off x="6744495" y="427827"/>
            <a:ext cx="1027800" cy="593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600">
                <a:solidFill>
                  <a:srgbClr val="D9D9D9"/>
                </a:solidFill>
                <a:latin typeface="Roboto"/>
                <a:ea typeface="Roboto"/>
                <a:cs typeface="Roboto"/>
                <a:sym typeface="Roboto"/>
              </a:rPr>
              <a:t>Proprietary + Confidential</a:t>
            </a:r>
            <a:endParaRPr sz="600">
              <a:solidFill>
                <a:srgbClr val="D9D9D9"/>
              </a:solidFill>
              <a:latin typeface="Roboto"/>
              <a:ea typeface="Roboto"/>
              <a:cs typeface="Roboto"/>
              <a:sym typeface="Roboto"/>
            </a:endParaRPr>
          </a:p>
        </p:txBody>
      </p:sp>
      <p:grpSp>
        <p:nvGrpSpPr>
          <p:cNvPr id="141" name="Google Shape;141;p6"/>
          <p:cNvGrpSpPr/>
          <p:nvPr/>
        </p:nvGrpSpPr>
        <p:grpSpPr>
          <a:xfrm>
            <a:off x="-16250" y="9048087"/>
            <a:ext cx="7804900" cy="1072407"/>
            <a:chOff x="-19118" y="4617750"/>
            <a:chExt cx="9182236" cy="548378"/>
          </a:xfrm>
        </p:grpSpPr>
        <p:sp>
          <p:nvSpPr>
            <p:cNvPr id="142" name="Google Shape;142;p6"/>
            <p:cNvSpPr/>
            <p:nvPr/>
          </p:nvSpPr>
          <p:spPr>
            <a:xfrm flipH="1">
              <a:off x="19244" y="4617750"/>
              <a:ext cx="9143874" cy="548378"/>
            </a:xfrm>
            <a:custGeom>
              <a:avLst/>
              <a:gdLst/>
              <a:ahLst/>
              <a:cxnLst/>
              <a:rect l="l" t="t" r="r" b="b"/>
              <a:pathLst>
                <a:path w="367556" h="19840" extrusionOk="0">
                  <a:moveTo>
                    <a:pt x="0" y="19840"/>
                  </a:moveTo>
                  <a:lnTo>
                    <a:pt x="515" y="0"/>
                  </a:lnTo>
                  <a:lnTo>
                    <a:pt x="367556" y="11270"/>
                  </a:lnTo>
                  <a:lnTo>
                    <a:pt x="367044" y="18698"/>
                  </a:lnTo>
                  <a:close/>
                </a:path>
              </a:pathLst>
            </a:custGeom>
            <a:solidFill>
              <a:srgbClr val="4069DD"/>
            </a:solidFill>
            <a:ln>
              <a:noFill/>
            </a:ln>
          </p:spPr>
        </p:sp>
        <p:sp>
          <p:nvSpPr>
            <p:cNvPr id="143" name="Google Shape;143;p6"/>
            <p:cNvSpPr/>
            <p:nvPr/>
          </p:nvSpPr>
          <p:spPr>
            <a:xfrm flipH="1">
              <a:off x="-19118" y="4677825"/>
              <a:ext cx="4769786" cy="473975"/>
            </a:xfrm>
            <a:custGeom>
              <a:avLst/>
              <a:gdLst/>
              <a:ahLst/>
              <a:cxnLst/>
              <a:rect l="l" t="t" r="r" b="b"/>
              <a:pathLst>
                <a:path w="366343" h="18959" extrusionOk="0">
                  <a:moveTo>
                    <a:pt x="0" y="18521"/>
                  </a:moveTo>
                  <a:lnTo>
                    <a:pt x="366343" y="0"/>
                  </a:lnTo>
                  <a:lnTo>
                    <a:pt x="366052" y="18959"/>
                  </a:lnTo>
                  <a:close/>
                </a:path>
              </a:pathLst>
            </a:custGeom>
            <a:solidFill>
              <a:srgbClr val="448AFF"/>
            </a:solidFill>
            <a:ln>
              <a:noFill/>
            </a:ln>
          </p:spPr>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 DO NOT USE">
  <p:cSld name="CUSTOM_1">
    <p:spTree>
      <p:nvGrpSpPr>
        <p:cNvPr id="1" name="Shape 144"/>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264945" y="870271"/>
            <a:ext cx="7242600" cy="11199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Font typeface="Google Sans SemiBold"/>
              <a:buNone/>
              <a:defRPr sz="2800">
                <a:solidFill>
                  <a:schemeClr val="dk1"/>
                </a:solidFill>
                <a:latin typeface="Google Sans SemiBold"/>
                <a:ea typeface="Google Sans SemiBold"/>
                <a:cs typeface="Google Sans SemiBold"/>
                <a:sym typeface="Google Sans SemiBold"/>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264945" y="2253729"/>
            <a:ext cx="7242600" cy="66810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Font typeface="Google Sans"/>
              <a:buChar char="●"/>
              <a:defRPr sz="1800">
                <a:solidFill>
                  <a:schemeClr val="dk2"/>
                </a:solidFill>
                <a:latin typeface="Google Sans"/>
                <a:ea typeface="Google Sans"/>
                <a:cs typeface="Google Sans"/>
                <a:sym typeface="Google Sans"/>
              </a:defRPr>
            </a:lvl1pPr>
            <a:lvl2pPr marL="914400" lvl="1"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2pPr>
            <a:lvl3pPr marL="1371600" lvl="2"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3pPr>
            <a:lvl4pPr marL="1828800" lvl="3"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4pPr>
            <a:lvl5pPr marL="2286000" lvl="4"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5pPr>
            <a:lvl6pPr marL="2743200" lvl="5"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6pPr>
            <a:lvl7pPr marL="3200400" lvl="6"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7pPr>
            <a:lvl8pPr marL="3657600" lvl="7"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8pPr>
            <a:lvl9pPr marL="4114800" lvl="8"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9pPr>
          </a:lstStyle>
          <a:p>
            <a:endParaRPr/>
          </a:p>
        </p:txBody>
      </p:sp>
      <p:sp>
        <p:nvSpPr>
          <p:cNvPr id="8" name="Google Shape;8;p1"/>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
        <p:nvSpPr>
          <p:cNvPr id="9" name="Google Shape;9;p1"/>
          <p:cNvSpPr txBox="1"/>
          <p:nvPr/>
        </p:nvSpPr>
        <p:spPr>
          <a:xfrm>
            <a:off x="3247350" y="1195375"/>
            <a:ext cx="44982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a:solidFill>
                <a:schemeClr val="dk2"/>
              </a:solidFill>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sp>
        <p:nvSpPr>
          <p:cNvPr id="149" name="Google Shape;149;p8"/>
          <p:cNvSpPr txBox="1"/>
          <p:nvPr/>
        </p:nvSpPr>
        <p:spPr>
          <a:xfrm>
            <a:off x="343700" y="588225"/>
            <a:ext cx="7290900" cy="386400"/>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t" anchorCtr="0">
            <a:noAutofit/>
          </a:bodyPr>
          <a:lstStyle/>
          <a:p>
            <a:pPr marL="0" lvl="0" indent="0" algn="l" rtl="0">
              <a:lnSpc>
                <a:spcPct val="95000"/>
              </a:lnSpc>
              <a:spcBef>
                <a:spcPts val="0"/>
              </a:spcBef>
              <a:spcAft>
                <a:spcPts val="0"/>
              </a:spcAft>
              <a:buNone/>
            </a:pPr>
            <a:r>
              <a:rPr lang="en" sz="1600" b="1">
                <a:solidFill>
                  <a:srgbClr val="000000"/>
                </a:solidFill>
                <a:latin typeface="Google Sans SemiBold"/>
                <a:ea typeface="Google Sans SemiBold"/>
                <a:cs typeface="Google Sans SemiBold"/>
                <a:sym typeface="Google Sans SemiBold"/>
              </a:rPr>
              <a:t>User Churn Project | </a:t>
            </a:r>
            <a:r>
              <a:rPr lang="en" sz="1600" b="1">
                <a:latin typeface="Google Sans SemiBold"/>
                <a:ea typeface="Google Sans SemiBold"/>
                <a:cs typeface="Google Sans SemiBold"/>
                <a:sym typeface="Google Sans SemiBold"/>
              </a:rPr>
              <a:t>ML Model Results </a:t>
            </a:r>
            <a:r>
              <a:rPr lang="en" sz="1600" b="1">
                <a:solidFill>
                  <a:srgbClr val="000000"/>
                </a:solidFill>
                <a:latin typeface="Google Sans SemiBold"/>
                <a:ea typeface="Google Sans SemiBold"/>
                <a:cs typeface="Google Sans SemiBold"/>
                <a:sym typeface="Google Sans SemiBold"/>
              </a:rPr>
              <a:t> </a:t>
            </a:r>
            <a:endParaRPr sz="2100">
              <a:solidFill>
                <a:srgbClr val="000000"/>
              </a:solidFill>
              <a:latin typeface="Google Sans SemiBold"/>
              <a:ea typeface="Google Sans SemiBold"/>
              <a:cs typeface="Google Sans SemiBold"/>
              <a:sym typeface="Google Sans SemiBold"/>
            </a:endParaRPr>
          </a:p>
        </p:txBody>
      </p:sp>
      <p:pic>
        <p:nvPicPr>
          <p:cNvPr id="151" name="Google Shape;151;p8"/>
          <p:cNvPicPr preferRelativeResize="0"/>
          <p:nvPr/>
        </p:nvPicPr>
        <p:blipFill>
          <a:blip r:embed="rId3">
            <a:alphaModFix/>
          </a:blip>
          <a:stretch>
            <a:fillRect/>
          </a:stretch>
        </p:blipFill>
        <p:spPr>
          <a:xfrm>
            <a:off x="5687569" y="101625"/>
            <a:ext cx="1947034" cy="562800"/>
          </a:xfrm>
          <a:prstGeom prst="rect">
            <a:avLst/>
          </a:prstGeom>
          <a:noFill/>
          <a:ln>
            <a:noFill/>
          </a:ln>
        </p:spPr>
      </p:pic>
      <p:sp>
        <p:nvSpPr>
          <p:cNvPr id="152" name="Google Shape;152;p8"/>
          <p:cNvSpPr txBox="1"/>
          <p:nvPr/>
        </p:nvSpPr>
        <p:spPr>
          <a:xfrm>
            <a:off x="235125" y="1863125"/>
            <a:ext cx="2862675" cy="2723792"/>
          </a:xfrm>
          <a:prstGeom prst="rect">
            <a:avLst/>
          </a:prstGeom>
          <a:noFill/>
          <a:ln>
            <a:noFill/>
          </a:ln>
        </p:spPr>
        <p:txBody>
          <a:bodyPr spcFirstLastPara="1" wrap="square" lIns="91425" tIns="91425" rIns="91425" bIns="91425" anchor="t" anchorCtr="0">
            <a:spAutoFit/>
          </a:bodyPr>
          <a:lstStyle/>
          <a:p>
            <a:pPr lvl="0">
              <a:lnSpc>
                <a:spcPct val="150000"/>
              </a:lnSpc>
              <a:buSzPts val="1100"/>
            </a:pPr>
            <a:r>
              <a:rPr lang="en-US" sz="1100" dirty="0">
                <a:latin typeface="Times New Roman" panose="02020603050405020304" pitchFamily="18" charset="0"/>
                <a:cs typeface="Times New Roman" panose="02020603050405020304" pitchFamily="18" charset="0"/>
              </a:rPr>
              <a:t>🚦 </a:t>
            </a:r>
            <a:r>
              <a:rPr lang="en-US" sz="1100" b="1" dirty="0">
                <a:latin typeface="Times New Roman" panose="02020603050405020304" pitchFamily="18" charset="0"/>
                <a:cs typeface="Times New Roman" panose="02020603050405020304" pitchFamily="18" charset="0"/>
              </a:rPr>
              <a:t>Project Update – Milestone 6</a:t>
            </a:r>
            <a:br>
              <a:rPr lang="en-US" sz="1100" dirty="0">
                <a:latin typeface="Times New Roman" panose="02020603050405020304" pitchFamily="18" charset="0"/>
                <a:cs typeface="Times New Roman" panose="02020603050405020304" pitchFamily="18" charset="0"/>
              </a:rPr>
            </a:br>
            <a:r>
              <a:rPr lang="en-US" sz="1100" dirty="0">
                <a:latin typeface="Times New Roman" panose="02020603050405020304" pitchFamily="18" charset="0"/>
                <a:cs typeface="Times New Roman" panose="02020603050405020304" pitchFamily="18" charset="0"/>
              </a:rPr>
              <a:t>The Waze data team is advancing its analytics initiative to reduce monthly user churn, defined as users who uninstall or stop using the app.</a:t>
            </a:r>
          </a:p>
          <a:p>
            <a:pPr lvl="0">
              <a:lnSpc>
                <a:spcPct val="150000"/>
              </a:lnSpc>
              <a:buSzPts val="1100"/>
            </a:pPr>
            <a:endParaRPr lang="en-US" sz="1100" dirty="0">
              <a:latin typeface="Times New Roman" panose="02020603050405020304" pitchFamily="18" charset="0"/>
              <a:cs typeface="Times New Roman" panose="02020603050405020304" pitchFamily="18" charset="0"/>
            </a:endParaRPr>
          </a:p>
          <a:p>
            <a:pPr lvl="0">
              <a:lnSpc>
                <a:spcPct val="150000"/>
              </a:lnSpc>
              <a:buSzPts val="1100"/>
            </a:pPr>
            <a:r>
              <a:rPr lang="en-US" sz="1100" dirty="0">
                <a:latin typeface="Times New Roman" panose="02020603050405020304" pitchFamily="18" charset="0"/>
                <a:cs typeface="Times New Roman" panose="02020603050405020304" pitchFamily="18" charset="0"/>
              </a:rPr>
              <a:t>The long-term objective is to build a machine learning (ML) model capable of predicting churn. This report summarizes findings from </a:t>
            </a:r>
            <a:r>
              <a:rPr lang="en-US" sz="1100" b="1" dirty="0">
                <a:latin typeface="Times New Roman" panose="02020603050405020304" pitchFamily="18" charset="0"/>
                <a:cs typeface="Times New Roman" panose="02020603050405020304" pitchFamily="18" charset="0"/>
              </a:rPr>
              <a:t>Milestone 6</a:t>
            </a:r>
            <a:r>
              <a:rPr lang="en-US" sz="1100" dirty="0">
                <a:latin typeface="Times New Roman" panose="02020603050405020304" pitchFamily="18" charset="0"/>
                <a:cs typeface="Times New Roman" panose="02020603050405020304" pitchFamily="18" charset="0"/>
              </a:rPr>
              <a:t>, highlighting insights that could guide future development and modeling efforts.</a:t>
            </a:r>
            <a:endParaRPr sz="1100" dirty="0">
              <a:solidFill>
                <a:srgbClr val="000000"/>
              </a:solidFill>
              <a:latin typeface="Times New Roman" panose="02020603050405020304" pitchFamily="18" charset="0"/>
              <a:ea typeface="Roboto"/>
              <a:cs typeface="Times New Roman" panose="02020603050405020304" pitchFamily="18" charset="0"/>
              <a:sym typeface="Roboto"/>
            </a:endParaRPr>
          </a:p>
        </p:txBody>
      </p:sp>
      <p:sp>
        <p:nvSpPr>
          <p:cNvPr id="153" name="Google Shape;153;p8"/>
          <p:cNvSpPr txBox="1"/>
          <p:nvPr/>
        </p:nvSpPr>
        <p:spPr>
          <a:xfrm>
            <a:off x="3097800" y="1954175"/>
            <a:ext cx="4536800" cy="2215961"/>
          </a:xfrm>
          <a:prstGeom prst="rect">
            <a:avLst/>
          </a:prstGeom>
          <a:noFill/>
          <a:ln>
            <a:noFill/>
          </a:ln>
        </p:spPr>
        <p:txBody>
          <a:bodyPr spcFirstLastPara="1" wrap="square" lIns="91425" tIns="91425" rIns="91425" bIns="91425" anchor="t" anchorCtr="0">
            <a:spAutoFit/>
          </a:bodyPr>
          <a:lstStyle/>
          <a:p>
            <a:pPr>
              <a:lnSpc>
                <a:spcPct val="150000"/>
              </a:lnSpc>
            </a:pPr>
            <a:r>
              <a:rPr lang="en-US" sz="1100" dirty="0">
                <a:highlight>
                  <a:srgbClr val="FFFFFF"/>
                </a:highlight>
                <a:latin typeface="Times New Roman" panose="02020603050405020304" pitchFamily="18" charset="0"/>
                <a:cs typeface="Times New Roman" panose="02020603050405020304" pitchFamily="18" charset="0"/>
              </a:rPr>
              <a:t>To maximize predictive accuracy, the Waze data team developed and compared two models: Random Forest and </a:t>
            </a:r>
            <a:r>
              <a:rPr lang="en-US" sz="1100" dirty="0" err="1">
                <a:highlight>
                  <a:srgbClr val="FFFFFF"/>
                </a:highlight>
                <a:latin typeface="Times New Roman" panose="02020603050405020304" pitchFamily="18" charset="0"/>
                <a:cs typeface="Times New Roman" panose="02020603050405020304" pitchFamily="18" charset="0"/>
              </a:rPr>
              <a:t>XGBoost</a:t>
            </a:r>
            <a:r>
              <a:rPr lang="en-US" sz="1100" dirty="0">
                <a:highlight>
                  <a:srgbClr val="FFFFFF"/>
                </a:highlight>
                <a:latin typeface="Times New Roman" panose="02020603050405020304" pitchFamily="18" charset="0"/>
                <a:cs typeface="Times New Roman" panose="02020603050405020304" pitchFamily="18" charset="0"/>
              </a:rPr>
              <a:t>.</a:t>
            </a:r>
          </a:p>
          <a:p>
            <a:pPr>
              <a:lnSpc>
                <a:spcPct val="150000"/>
              </a:lnSpc>
            </a:pPr>
            <a:endParaRPr lang="en-US" sz="1100" dirty="0">
              <a:highlight>
                <a:srgbClr val="FFFFFF"/>
              </a:highlight>
              <a:latin typeface="Times New Roman" panose="02020603050405020304" pitchFamily="18" charset="0"/>
              <a:cs typeface="Times New Roman" panose="02020603050405020304" pitchFamily="18" charset="0"/>
            </a:endParaRPr>
          </a:p>
          <a:p>
            <a:pPr>
              <a:lnSpc>
                <a:spcPct val="150000"/>
              </a:lnSpc>
            </a:pPr>
            <a:r>
              <a:rPr lang="en-US" sz="1100" dirty="0">
                <a:highlight>
                  <a:srgbClr val="FFFFFF"/>
                </a:highlight>
                <a:latin typeface="Times New Roman" panose="02020603050405020304" pitchFamily="18" charset="0"/>
                <a:cs typeface="Times New Roman" panose="02020603050405020304" pitchFamily="18" charset="0"/>
              </a:rPr>
              <a:t>The data was split into training, validation, and test sets. While this three-way split reduces the amount of data available for training compared to a two-way split, it allows independent model selection on the validation set. The final model can then be evaluated on the test set, providing a more reliable estimate of its future performance.</a:t>
            </a:r>
          </a:p>
        </p:txBody>
      </p:sp>
      <p:pic>
        <p:nvPicPr>
          <p:cNvPr id="154" name="Google Shape;154;p8"/>
          <p:cNvPicPr preferRelativeResize="0"/>
          <p:nvPr/>
        </p:nvPicPr>
        <p:blipFill>
          <a:blip r:embed="rId4">
            <a:alphaModFix/>
          </a:blip>
          <a:stretch>
            <a:fillRect/>
          </a:stretch>
        </p:blipFill>
        <p:spPr>
          <a:xfrm>
            <a:off x="3078300" y="4672675"/>
            <a:ext cx="4608701" cy="2719775"/>
          </a:xfrm>
          <a:prstGeom prst="rect">
            <a:avLst/>
          </a:prstGeom>
          <a:noFill/>
          <a:ln>
            <a:noFill/>
          </a:ln>
        </p:spPr>
      </p:pic>
      <p:sp>
        <p:nvSpPr>
          <p:cNvPr id="155" name="Google Shape;155;p8"/>
          <p:cNvSpPr txBox="1"/>
          <p:nvPr/>
        </p:nvSpPr>
        <p:spPr>
          <a:xfrm>
            <a:off x="2980975" y="7117854"/>
            <a:ext cx="4608701" cy="2954625"/>
          </a:xfrm>
          <a:prstGeom prst="rect">
            <a:avLst/>
          </a:prstGeom>
          <a:noFill/>
          <a:ln>
            <a:noFill/>
          </a:ln>
        </p:spPr>
        <p:txBody>
          <a:bodyPr spcFirstLastPara="1" wrap="square" lIns="91425" tIns="91425" rIns="91425" bIns="91425" anchor="t" anchorCtr="0">
            <a:spAutoFit/>
          </a:bodyPr>
          <a:lstStyle/>
          <a:p>
            <a:pPr marL="171450" lvl="0" indent="-171450">
              <a:buSzPts val="1100"/>
              <a:buFont typeface="Arial" panose="020B0604020202020204" pitchFamily="34" charset="0"/>
              <a:buChar char="•"/>
            </a:pPr>
            <a:r>
              <a:rPr lang="en-US" sz="1200" b="1" dirty="0">
                <a:latin typeface="Times New Roman" panose="02020603050405020304" pitchFamily="18" charset="0"/>
                <a:ea typeface="Roboto"/>
                <a:cs typeface="Times New Roman" panose="02020603050405020304" pitchFamily="18" charset="0"/>
                <a:sym typeface="Roboto"/>
              </a:rPr>
              <a:t>Feature importance: </a:t>
            </a:r>
            <a:r>
              <a:rPr lang="en-US" sz="1200" dirty="0">
                <a:latin typeface="Times New Roman" panose="02020603050405020304" pitchFamily="18" charset="0"/>
                <a:ea typeface="Roboto"/>
                <a:cs typeface="Times New Roman" panose="02020603050405020304" pitchFamily="18" charset="0"/>
                <a:sym typeface="Roboto"/>
              </a:rPr>
              <a:t>Engineered features dominated the top predictors, with six of the top ten features being engineered: </a:t>
            </a:r>
            <a:r>
              <a:rPr lang="en-US" sz="1200" dirty="0" err="1">
                <a:latin typeface="Times New Roman" panose="02020603050405020304" pitchFamily="18" charset="0"/>
                <a:ea typeface="Roboto"/>
                <a:cs typeface="Times New Roman" panose="02020603050405020304" pitchFamily="18" charset="0"/>
                <a:sym typeface="Roboto"/>
              </a:rPr>
              <a:t>km_per_hour</a:t>
            </a:r>
            <a:r>
              <a:rPr lang="en-US" sz="1200" dirty="0">
                <a:latin typeface="Times New Roman" panose="02020603050405020304" pitchFamily="18" charset="0"/>
                <a:ea typeface="Roboto"/>
                <a:cs typeface="Times New Roman" panose="02020603050405020304" pitchFamily="18" charset="0"/>
                <a:sym typeface="Roboto"/>
              </a:rPr>
              <a:t>, </a:t>
            </a:r>
            <a:r>
              <a:rPr lang="en-US" sz="1200" dirty="0" err="1">
                <a:latin typeface="Times New Roman" panose="02020603050405020304" pitchFamily="18" charset="0"/>
                <a:ea typeface="Roboto"/>
                <a:cs typeface="Times New Roman" panose="02020603050405020304" pitchFamily="18" charset="0"/>
                <a:sym typeface="Roboto"/>
              </a:rPr>
              <a:t>percent_sessions_in_last_month</a:t>
            </a:r>
            <a:r>
              <a:rPr lang="en-US" sz="1200" dirty="0">
                <a:latin typeface="Times New Roman" panose="02020603050405020304" pitchFamily="18" charset="0"/>
                <a:ea typeface="Roboto"/>
                <a:cs typeface="Times New Roman" panose="02020603050405020304" pitchFamily="18" charset="0"/>
                <a:sym typeface="Roboto"/>
              </a:rPr>
              <a:t>, </a:t>
            </a:r>
            <a:r>
              <a:rPr lang="en-US" sz="1200" dirty="0" err="1">
                <a:latin typeface="Times New Roman" panose="02020603050405020304" pitchFamily="18" charset="0"/>
                <a:ea typeface="Roboto"/>
                <a:cs typeface="Times New Roman" panose="02020603050405020304" pitchFamily="18" charset="0"/>
                <a:sym typeface="Roboto"/>
              </a:rPr>
              <a:t>total_sessions_per_day</a:t>
            </a:r>
            <a:r>
              <a:rPr lang="en-US" sz="1200" dirty="0">
                <a:latin typeface="Times New Roman" panose="02020603050405020304" pitchFamily="18" charset="0"/>
                <a:ea typeface="Roboto"/>
                <a:cs typeface="Times New Roman" panose="02020603050405020304" pitchFamily="18" charset="0"/>
                <a:sym typeface="Roboto"/>
              </a:rPr>
              <a:t>, </a:t>
            </a:r>
            <a:r>
              <a:rPr lang="en-US" sz="1200" dirty="0" err="1">
                <a:latin typeface="Times New Roman" panose="02020603050405020304" pitchFamily="18" charset="0"/>
                <a:ea typeface="Roboto"/>
                <a:cs typeface="Times New Roman" panose="02020603050405020304" pitchFamily="18" charset="0"/>
                <a:sym typeface="Roboto"/>
              </a:rPr>
              <a:t>percent_of_drives_to_favorite</a:t>
            </a:r>
            <a:r>
              <a:rPr lang="en-US" sz="1200" dirty="0">
                <a:latin typeface="Times New Roman" panose="02020603050405020304" pitchFamily="18" charset="0"/>
                <a:ea typeface="Roboto"/>
                <a:cs typeface="Times New Roman" panose="02020603050405020304" pitchFamily="18" charset="0"/>
                <a:sym typeface="Roboto"/>
              </a:rPr>
              <a:t>, </a:t>
            </a:r>
            <a:r>
              <a:rPr lang="en-US" sz="1200" dirty="0" err="1">
                <a:latin typeface="Times New Roman" panose="02020603050405020304" pitchFamily="18" charset="0"/>
                <a:ea typeface="Roboto"/>
                <a:cs typeface="Times New Roman" panose="02020603050405020304" pitchFamily="18" charset="0"/>
                <a:sym typeface="Roboto"/>
              </a:rPr>
              <a:t>km_per_drive</a:t>
            </a:r>
            <a:r>
              <a:rPr lang="en-US" sz="1200" dirty="0">
                <a:latin typeface="Times New Roman" panose="02020603050405020304" pitchFamily="18" charset="0"/>
                <a:ea typeface="Roboto"/>
                <a:cs typeface="Times New Roman" panose="02020603050405020304" pitchFamily="18" charset="0"/>
                <a:sym typeface="Roboto"/>
              </a:rPr>
              <a:t>, and </a:t>
            </a:r>
            <a:r>
              <a:rPr lang="en-US" sz="1200" dirty="0" err="1">
                <a:latin typeface="Times New Roman" panose="02020603050405020304" pitchFamily="18" charset="0"/>
                <a:ea typeface="Roboto"/>
                <a:cs typeface="Times New Roman" panose="02020603050405020304" pitchFamily="18" charset="0"/>
                <a:sym typeface="Roboto"/>
              </a:rPr>
              <a:t>km_per_driving_day</a:t>
            </a:r>
            <a:r>
              <a:rPr lang="en-US" sz="1200" dirty="0">
                <a:latin typeface="Times New Roman" panose="02020603050405020304" pitchFamily="18" charset="0"/>
                <a:ea typeface="Roboto"/>
                <a:cs typeface="Times New Roman" panose="02020603050405020304" pitchFamily="18" charset="0"/>
                <a:sym typeface="Roboto"/>
              </a:rPr>
              <a:t>.</a:t>
            </a:r>
          </a:p>
          <a:p>
            <a:pPr marL="171450" lvl="0" indent="-171450">
              <a:buSzPts val="1100"/>
              <a:buFont typeface="Arial" panose="020B0604020202020204" pitchFamily="34" charset="0"/>
              <a:buChar char="•"/>
            </a:pPr>
            <a:r>
              <a:rPr lang="en-US" sz="1200" b="1" dirty="0">
                <a:latin typeface="Times New Roman" panose="02020603050405020304" pitchFamily="18" charset="0"/>
                <a:ea typeface="Roboto"/>
                <a:cs typeface="Times New Roman" panose="02020603050405020304" pitchFamily="18" charset="0"/>
                <a:sym typeface="Roboto"/>
              </a:rPr>
              <a:t>Model comparison: </a:t>
            </a:r>
            <a:r>
              <a:rPr lang="en-US" sz="1200" dirty="0" err="1">
                <a:latin typeface="Times New Roman" panose="02020603050405020304" pitchFamily="18" charset="0"/>
                <a:ea typeface="Roboto"/>
                <a:cs typeface="Times New Roman" panose="02020603050405020304" pitchFamily="18" charset="0"/>
                <a:sym typeface="Roboto"/>
              </a:rPr>
              <a:t>XGBoost</a:t>
            </a:r>
            <a:r>
              <a:rPr lang="en-US" sz="1200" dirty="0">
                <a:latin typeface="Times New Roman" panose="02020603050405020304" pitchFamily="18" charset="0"/>
                <a:ea typeface="Roboto"/>
                <a:cs typeface="Times New Roman" panose="02020603050405020304" pitchFamily="18" charset="0"/>
                <a:sym typeface="Roboto"/>
              </a:rPr>
              <a:t> outperformed the Random Forest model in fitting the data. </a:t>
            </a:r>
          </a:p>
          <a:p>
            <a:pPr marL="171450" lvl="0" indent="-171450">
              <a:buSzPts val="1100"/>
              <a:buFont typeface="Arial" panose="020B0604020202020204" pitchFamily="34" charset="0"/>
              <a:buChar char="•"/>
            </a:pPr>
            <a:r>
              <a:rPr lang="en-US" sz="1200" b="1" dirty="0">
                <a:latin typeface="Times New Roman" panose="02020603050405020304" pitchFamily="18" charset="0"/>
                <a:ea typeface="Roboto"/>
                <a:cs typeface="Times New Roman" panose="02020603050405020304" pitchFamily="18" charset="0"/>
                <a:sym typeface="Roboto"/>
              </a:rPr>
              <a:t>Improved recall: </a:t>
            </a:r>
            <a:r>
              <a:rPr lang="en-US" sz="1200" dirty="0">
                <a:latin typeface="Times New Roman" panose="02020603050405020304" pitchFamily="18" charset="0"/>
                <a:ea typeface="Roboto"/>
                <a:cs typeface="Times New Roman" panose="02020603050405020304" pitchFamily="18" charset="0"/>
                <a:sym typeface="Roboto"/>
              </a:rPr>
              <a:t>The </a:t>
            </a:r>
            <a:r>
              <a:rPr lang="en-US" sz="1200" dirty="0" err="1">
                <a:latin typeface="Times New Roman" panose="02020603050405020304" pitchFamily="18" charset="0"/>
                <a:ea typeface="Roboto"/>
                <a:cs typeface="Times New Roman" panose="02020603050405020304" pitchFamily="18" charset="0"/>
                <a:sym typeface="Roboto"/>
              </a:rPr>
              <a:t>XGBoost</a:t>
            </a:r>
            <a:r>
              <a:rPr lang="en-US" sz="1200" dirty="0">
                <a:latin typeface="Times New Roman" panose="02020603050405020304" pitchFamily="18" charset="0"/>
                <a:ea typeface="Roboto"/>
                <a:cs typeface="Times New Roman" panose="02020603050405020304" pitchFamily="18" charset="0"/>
                <a:sym typeface="Roboto"/>
              </a:rPr>
              <a:t> model achieved a recall of 17%, nearly double the score of the logistic regression model from Milestone 5, while maintaining similar accuracy and precision. Advantages of tree-based ensembles: These models deliver higher performance across metrics and require less data preprocessing compared to logistic regression. </a:t>
            </a:r>
          </a:p>
          <a:p>
            <a:pPr marL="171450" lvl="0" indent="-171450">
              <a:buSzPts val="1100"/>
              <a:buFont typeface="Arial" panose="020B0604020202020204" pitchFamily="34" charset="0"/>
              <a:buChar char="•"/>
            </a:pPr>
            <a:r>
              <a:rPr lang="en-US" sz="1200" b="1" dirty="0">
                <a:latin typeface="Times New Roman" panose="02020603050405020304" pitchFamily="18" charset="0"/>
                <a:ea typeface="Roboto"/>
                <a:cs typeface="Times New Roman" panose="02020603050405020304" pitchFamily="18" charset="0"/>
                <a:sym typeface="Roboto"/>
              </a:rPr>
              <a:t>Tradeoff: </a:t>
            </a:r>
            <a:r>
              <a:rPr lang="en-US" sz="1200" dirty="0">
                <a:latin typeface="Times New Roman" panose="02020603050405020304" pitchFamily="18" charset="0"/>
                <a:ea typeface="Roboto"/>
                <a:cs typeface="Times New Roman" panose="02020603050405020304" pitchFamily="18" charset="0"/>
                <a:sym typeface="Roboto"/>
              </a:rPr>
              <a:t>Tree-based models are less interpretable, making it harder to understand the exact reasoning behind predictions.</a:t>
            </a:r>
            <a:endParaRPr sz="1200" dirty="0">
              <a:latin typeface="Times New Roman" panose="02020603050405020304" pitchFamily="18" charset="0"/>
              <a:ea typeface="Roboto"/>
              <a:cs typeface="Times New Roman" panose="02020603050405020304" pitchFamily="18" charset="0"/>
              <a:sym typeface="Roboto"/>
            </a:endParaRPr>
          </a:p>
        </p:txBody>
      </p:sp>
      <p:sp>
        <p:nvSpPr>
          <p:cNvPr id="156" name="Google Shape;156;p8"/>
          <p:cNvSpPr txBox="1"/>
          <p:nvPr/>
        </p:nvSpPr>
        <p:spPr>
          <a:xfrm>
            <a:off x="235125" y="5303282"/>
            <a:ext cx="2790774" cy="4755118"/>
          </a:xfrm>
          <a:prstGeom prst="rect">
            <a:avLst/>
          </a:prstGeom>
          <a:noFill/>
          <a:ln>
            <a:noFill/>
          </a:ln>
        </p:spPr>
        <p:txBody>
          <a:bodyPr spcFirstLastPara="1" wrap="square" lIns="91425" tIns="91425" rIns="91425" bIns="91425" anchor="t" anchorCtr="0">
            <a:spAutoFit/>
          </a:bodyPr>
          <a:lstStyle/>
          <a:p>
            <a:pPr>
              <a:lnSpc>
                <a:spcPct val="150000"/>
              </a:lnSpc>
            </a:pPr>
            <a:r>
              <a:rPr lang="en-US" sz="1100" b="1" dirty="0">
                <a:latin typeface="Times New Roman" panose="02020603050405020304" pitchFamily="18" charset="0"/>
                <a:cs typeface="Times New Roman" panose="02020603050405020304" pitchFamily="18" charset="0"/>
              </a:rPr>
              <a:t>Key Insights – Milestone 6</a:t>
            </a:r>
          </a:p>
          <a:p>
            <a:pPr marL="171450" indent="-171450">
              <a:lnSpc>
                <a:spcPct val="150000"/>
              </a:lnSpc>
              <a:buFont typeface="Arial" panose="020B0604020202020204" pitchFamily="34" charset="0"/>
              <a:buChar char="•"/>
            </a:pPr>
            <a:r>
              <a:rPr lang="en-US" sz="1100" b="1" dirty="0">
                <a:latin typeface="Times New Roman" panose="02020603050405020304" pitchFamily="18" charset="0"/>
                <a:cs typeface="Times New Roman" panose="02020603050405020304" pitchFamily="18" charset="0"/>
              </a:rPr>
              <a:t>Data limitations</a:t>
            </a:r>
            <a:r>
              <a:rPr lang="en-US" sz="1100" dirty="0">
                <a:latin typeface="Times New Roman" panose="02020603050405020304" pitchFamily="18" charset="0"/>
                <a:cs typeface="Times New Roman" panose="02020603050405020304" pitchFamily="18" charset="0"/>
              </a:rPr>
              <a:t>: The current dataset is insufficient to reliably predict user churn.</a:t>
            </a:r>
          </a:p>
          <a:p>
            <a:pPr marL="171450" indent="-171450">
              <a:lnSpc>
                <a:spcPct val="150000"/>
              </a:lnSpc>
              <a:buFont typeface="Arial" panose="020B0604020202020204" pitchFamily="34" charset="0"/>
              <a:buChar char="•"/>
            </a:pPr>
            <a:r>
              <a:rPr lang="en-US" sz="1100" b="1" dirty="0">
                <a:latin typeface="Times New Roman" panose="02020603050405020304" pitchFamily="18" charset="0"/>
                <a:cs typeface="Times New Roman" panose="02020603050405020304" pitchFamily="18" charset="0"/>
              </a:rPr>
              <a:t>Additional data </a:t>
            </a:r>
            <a:r>
              <a:rPr lang="en-US" sz="1100" b="1" dirty="0" err="1">
                <a:latin typeface="Times New Roman" panose="02020603050405020304" pitchFamily="18" charset="0"/>
                <a:cs typeface="Times New Roman" panose="02020603050405020304" pitchFamily="18" charset="0"/>
              </a:rPr>
              <a:t>needs</a:t>
            </a:r>
            <a:r>
              <a:rPr lang="en-US" sz="1100" dirty="0" err="1">
                <a:latin typeface="Times New Roman" panose="02020603050405020304" pitchFamily="18" charset="0"/>
                <a:cs typeface="Times New Roman" panose="02020603050405020304" pitchFamily="18" charset="0"/>
              </a:rPr>
              <a:t>:Drive-level</a:t>
            </a:r>
            <a:r>
              <a:rPr lang="en-US" sz="1100" dirty="0">
                <a:latin typeface="Times New Roman" panose="02020603050405020304" pitchFamily="18" charset="0"/>
                <a:cs typeface="Times New Roman" panose="02020603050405020304" pitchFamily="18" charset="0"/>
              </a:rPr>
              <a:t> information (e.g., drive times, geographic locations) for each user. More granular app interaction data (e.g., frequency of reporting or confirming road hazards). Monthly counts of unique starting and ending locations per driver.</a:t>
            </a:r>
          </a:p>
          <a:p>
            <a:pPr marL="171450" indent="-171450">
              <a:lnSpc>
                <a:spcPct val="150000"/>
              </a:lnSpc>
              <a:buFont typeface="Arial" panose="020B0604020202020204" pitchFamily="34" charset="0"/>
              <a:buChar char="•"/>
            </a:pPr>
            <a:r>
              <a:rPr lang="en-US" sz="1100" b="1" dirty="0">
                <a:latin typeface="Times New Roman" panose="02020603050405020304" pitchFamily="18" charset="0"/>
                <a:cs typeface="Times New Roman" panose="02020603050405020304" pitchFamily="18" charset="0"/>
              </a:rPr>
              <a:t>Feature engineering</a:t>
            </a:r>
            <a:r>
              <a:rPr lang="en-US" sz="1100" dirty="0">
                <a:latin typeface="Times New Roman" panose="02020603050405020304" pitchFamily="18" charset="0"/>
                <a:cs typeface="Times New Roman" panose="02020603050405020304" pitchFamily="18" charset="0"/>
              </a:rPr>
              <a:t>: Engineered features remain a valuable tool for improving model performance.</a:t>
            </a:r>
          </a:p>
          <a:p>
            <a:pPr marL="171450" indent="-171450">
              <a:lnSpc>
                <a:spcPct val="150000"/>
              </a:lnSpc>
              <a:buFont typeface="Arial" panose="020B0604020202020204" pitchFamily="34" charset="0"/>
              <a:buChar char="•"/>
            </a:pPr>
            <a:r>
              <a:rPr lang="en-US" sz="1100" b="1" dirty="0">
                <a:latin typeface="Times New Roman" panose="02020603050405020304" pitchFamily="18" charset="0"/>
                <a:cs typeface="Times New Roman" panose="02020603050405020304" pitchFamily="18" charset="0"/>
              </a:rPr>
              <a:t>Recommendation:</a:t>
            </a:r>
            <a:r>
              <a:rPr lang="en-US" sz="1100" dirty="0">
                <a:latin typeface="Times New Roman" panose="02020603050405020304" pitchFamily="18" charset="0"/>
                <a:cs typeface="Times New Roman" panose="02020603050405020304" pitchFamily="18" charset="0"/>
              </a:rPr>
              <a:t> The Waze team suggests a second iteration of the User Churn Project, incorporating additional data and feature engineering to strengthen predictive accuracy.</a:t>
            </a: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425</Words>
  <Application>Microsoft Office PowerPoint</Application>
  <PresentationFormat>Custom</PresentationFormat>
  <Paragraphs>16</Paragraphs>
  <Slides>1</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vt:i4>
      </vt:variant>
    </vt:vector>
  </HeadingPairs>
  <TitlesOfParts>
    <vt:vector size="9" baseType="lpstr">
      <vt:lpstr>Times New Roman</vt:lpstr>
      <vt:lpstr>Roboto</vt:lpstr>
      <vt:lpstr>Google Sans</vt:lpstr>
      <vt:lpstr>Work Sans</vt:lpstr>
      <vt:lpstr>Google Sans SemiBold</vt:lpstr>
      <vt:lpstr>PT Sans Narrow</vt:lpstr>
      <vt:lpstr>Arial</vt:lpstr>
      <vt:lpstr>Simple Light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ameen alshagdari</cp:lastModifiedBy>
  <cp:revision>3</cp:revision>
  <dcterms:modified xsi:type="dcterms:W3CDTF">2025-08-27T09:37:13Z</dcterms:modified>
</cp:coreProperties>
</file>