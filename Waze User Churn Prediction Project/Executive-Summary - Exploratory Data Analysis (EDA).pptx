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
  </p:notesMasterIdLst>
  <p:sldIdLst>
    <p:sldId id="256" r:id="rId2"/>
  </p:sldIdLst>
  <p:sldSz cx="7772400" cy="10058400"/>
  <p:notesSz cx="6858000" cy="9144000"/>
  <p:embeddedFontLst>
    <p:embeddedFont>
      <p:font typeface="Google Sans" panose="020B0604020202020204" charset="0"/>
      <p:regular r:id="rId4"/>
      <p:bold r:id="rId5"/>
      <p:italic r:id="rId6"/>
      <p:boldItalic r:id="rId7"/>
    </p:embeddedFont>
    <p:embeddedFont>
      <p:font typeface="Google Sans SemiBold" panose="020B0604020202020204" charset="0"/>
      <p:regular r:id="rId8"/>
      <p:bold r:id="rId9"/>
      <p:italic r:id="rId10"/>
      <p:boldItalic r:id="rId11"/>
    </p:embeddedFont>
    <p:embeddedFont>
      <p:font typeface="PT Sans Narrow" panose="020B0506020203020204" pitchFamily="34" charset="0"/>
      <p:regular r:id="rId12"/>
      <p:bold r:id="rId13"/>
    </p:embeddedFont>
    <p:embeddedFont>
      <p:font typeface="Roboto" panose="02000000000000000000" pitchFamily="2" charset="0"/>
      <p:regular r:id="rId14"/>
      <p:bold r:id="rId15"/>
      <p:italic r:id="rId16"/>
      <p:boldItalic r:id="rId17"/>
    </p:embeddedFont>
    <p:embeddedFont>
      <p:font typeface="Work Sans"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guide id="3" orient="horz" pos="57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3114" y="84"/>
      </p:cViewPr>
      <p:guideLst>
        <p:guide orient="horz" pos="3168"/>
        <p:guide pos="2448"/>
        <p:guide orient="horz" pos="5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3" Type="http://schemas.openxmlformats.org/officeDocument/2006/relationships/notesMaster" Target="notesMasters/notesMaster1.xml"/><Relationship Id="rId21" Type="http://schemas.openxmlformats.org/officeDocument/2006/relationships/font" Target="fonts/font18.fntdata"/><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theme" Target="theme/theme1.xml"/><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viewProps" Target="viewProps.xml"/><Relationship Id="rId10" Type="http://schemas.openxmlformats.org/officeDocument/2006/relationships/font" Target="fonts/font7.fntdata"/><Relationship Id="rId19" Type="http://schemas.openxmlformats.org/officeDocument/2006/relationships/font" Target="fonts/font16.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467ac73dde_0_43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467ac73dde_0_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b="1">
                <a:solidFill>
                  <a:srgbClr val="FF0000"/>
                </a:solidFill>
                <a:highlight>
                  <a:srgbClr val="FFFF00"/>
                </a:highlight>
              </a:rPr>
              <a:t>REVISED COPY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5719" cy="746350"/>
            <a:chOff x="0" y="3156075"/>
            <a:chExt cx="3529800" cy="746350"/>
          </a:xfrm>
        </p:grpSpPr>
        <p:sp>
          <p:nvSpPr>
            <p:cNvPr id="28" name="Google Shape;28;p2"/>
            <p:cNvSpPr/>
            <p:nvPr/>
          </p:nvSpPr>
          <p:spPr>
            <a:xfrm rot="5400000">
              <a:off x="2967513"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5719" cy="746350"/>
            <a:chOff x="0" y="3156075"/>
            <a:chExt cx="3529800" cy="746350"/>
          </a:xfrm>
        </p:grpSpPr>
        <p:sp>
          <p:nvSpPr>
            <p:cNvPr id="31" name="Google Shape;31;p2"/>
            <p:cNvSpPr/>
            <p:nvPr/>
          </p:nvSpPr>
          <p:spPr>
            <a:xfrm rot="5400000">
              <a:off x="2967513"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36" name="Google Shape;36;p2"/>
          <p:cNvSpPr txBox="1">
            <a:spLocks noGrp="1"/>
          </p:cNvSpPr>
          <p:nvPr>
            <p:ph type="title"/>
          </p:nvPr>
        </p:nvSpPr>
        <p:spPr>
          <a:xfrm>
            <a:off x="168925" y="324775"/>
            <a:ext cx="74085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7" name="Google Shape;37;p2"/>
          <p:cNvSpPr txBox="1">
            <a:spLocks noGrp="1"/>
          </p:cNvSpPr>
          <p:nvPr>
            <p:ph type="subTitle" idx="1"/>
          </p:nvPr>
        </p:nvSpPr>
        <p:spPr>
          <a:xfrm>
            <a:off x="2263675" y="8269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1 1">
  <p:cSld name="TITLE_2">
    <p:spTree>
      <p:nvGrpSpPr>
        <p:cNvPr id="1" name="Shape 38"/>
        <p:cNvGrpSpPr/>
        <p:nvPr/>
      </p:nvGrpSpPr>
      <p:grpSpPr>
        <a:xfrm>
          <a:off x="0" y="0"/>
          <a:ext cx="0" cy="0"/>
          <a:chOff x="0" y="0"/>
          <a:chExt cx="0" cy="0"/>
        </a:xfrm>
      </p:grpSpPr>
      <p:grpSp>
        <p:nvGrpSpPr>
          <p:cNvPr id="39" name="Google Shape;39;p3"/>
          <p:cNvGrpSpPr/>
          <p:nvPr/>
        </p:nvGrpSpPr>
        <p:grpSpPr>
          <a:xfrm>
            <a:off x="172055" y="1468890"/>
            <a:ext cx="7434543" cy="62982"/>
            <a:chOff x="1890075" y="5241175"/>
            <a:chExt cx="4240556" cy="257700"/>
          </a:xfrm>
        </p:grpSpPr>
        <p:sp>
          <p:nvSpPr>
            <p:cNvPr id="40" name="Google Shape;4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1" name="Google Shape;4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2" name="Google Shape;4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3" name="Google Shape;4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44" name="Google Shape;44;p3"/>
          <p:cNvSpPr/>
          <p:nvPr/>
        </p:nvSpPr>
        <p:spPr>
          <a:xfrm>
            <a:off x="172050" y="2994200"/>
            <a:ext cx="3076800" cy="70968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45" name="Google Shape;45;p3"/>
          <p:cNvGrpSpPr/>
          <p:nvPr/>
        </p:nvGrpSpPr>
        <p:grpSpPr>
          <a:xfrm>
            <a:off x="168930" y="2931215"/>
            <a:ext cx="7434543" cy="62982"/>
            <a:chOff x="1890075" y="5241175"/>
            <a:chExt cx="4240556" cy="257700"/>
          </a:xfrm>
        </p:grpSpPr>
        <p:sp>
          <p:nvSpPr>
            <p:cNvPr id="46" name="Google Shape;46;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7" name="Google Shape;47;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8" name="Google Shape;48;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49" name="Google Shape;49;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50" name="Google Shape;50;p3"/>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51" name="Google Shape;51;p3"/>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52" name="Google Shape;52;p3"/>
          <p:cNvGrpSpPr/>
          <p:nvPr/>
        </p:nvGrpSpPr>
        <p:grpSpPr>
          <a:xfrm>
            <a:off x="0" y="3642375"/>
            <a:ext cx="3530025" cy="746350"/>
            <a:chOff x="0" y="3156075"/>
            <a:chExt cx="3530025" cy="746350"/>
          </a:xfrm>
        </p:grpSpPr>
        <p:sp>
          <p:nvSpPr>
            <p:cNvPr id="53" name="Google Shape;53;p3"/>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4" name="Google Shape;54;p3"/>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55" name="Google Shape;55;p3"/>
          <p:cNvGrpSpPr/>
          <p:nvPr/>
        </p:nvGrpSpPr>
        <p:grpSpPr>
          <a:xfrm>
            <a:off x="3248850" y="3095700"/>
            <a:ext cx="4935719" cy="746350"/>
            <a:chOff x="0" y="3156075"/>
            <a:chExt cx="3529800" cy="746350"/>
          </a:xfrm>
        </p:grpSpPr>
        <p:sp>
          <p:nvSpPr>
            <p:cNvPr id="56" name="Google Shape;56;p3"/>
            <p:cNvSpPr/>
            <p:nvPr/>
          </p:nvSpPr>
          <p:spPr>
            <a:xfrm rot="5400000">
              <a:off x="2967513"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57" name="Google Shape;57;p3"/>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58" name="Google Shape;58;p3"/>
          <p:cNvGrpSpPr/>
          <p:nvPr/>
        </p:nvGrpSpPr>
        <p:grpSpPr>
          <a:xfrm>
            <a:off x="3248850" y="7394875"/>
            <a:ext cx="4935719" cy="746350"/>
            <a:chOff x="0" y="3156075"/>
            <a:chExt cx="3529800" cy="746350"/>
          </a:xfrm>
        </p:grpSpPr>
        <p:sp>
          <p:nvSpPr>
            <p:cNvPr id="59" name="Google Shape;59;p3"/>
            <p:cNvSpPr/>
            <p:nvPr/>
          </p:nvSpPr>
          <p:spPr>
            <a:xfrm rot="5400000">
              <a:off x="2967513"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0" name="Google Shape;60;p3"/>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61" name="Google Shape;61;p3"/>
          <p:cNvSpPr txBox="1"/>
          <p:nvPr/>
        </p:nvSpPr>
        <p:spPr>
          <a:xfrm>
            <a:off x="3263100" y="3086700"/>
            <a:ext cx="43341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62" name="Google Shape;62;p3"/>
          <p:cNvSpPr txBox="1"/>
          <p:nvPr/>
        </p:nvSpPr>
        <p:spPr>
          <a:xfrm>
            <a:off x="0" y="3642375"/>
            <a:ext cx="32490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a:t>
            </a:r>
            <a:endParaRPr sz="1900">
              <a:solidFill>
                <a:schemeClr val="lt2"/>
              </a:solidFill>
              <a:latin typeface="Google Sans SemiBold"/>
              <a:ea typeface="Google Sans SemiBold"/>
              <a:cs typeface="Google Sans SemiBold"/>
              <a:sym typeface="Google Sans SemiBold"/>
            </a:endParaRPr>
          </a:p>
        </p:txBody>
      </p:sp>
      <p:sp>
        <p:nvSpPr>
          <p:cNvPr id="63" name="Google Shape;63;p3"/>
          <p:cNvSpPr txBox="1"/>
          <p:nvPr/>
        </p:nvSpPr>
        <p:spPr>
          <a:xfrm>
            <a:off x="3263100" y="73926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64" name="Google Shape;64;p3"/>
          <p:cNvSpPr txBox="1">
            <a:spLocks noGrp="1"/>
          </p:cNvSpPr>
          <p:nvPr>
            <p:ph type="title"/>
          </p:nvPr>
        </p:nvSpPr>
        <p:spPr>
          <a:xfrm>
            <a:off x="168925" y="324775"/>
            <a:ext cx="74085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5" name="Google Shape;65;p3"/>
          <p:cNvSpPr txBox="1">
            <a:spLocks noGrp="1"/>
          </p:cNvSpPr>
          <p:nvPr>
            <p:ph type="subTitle" idx="1"/>
          </p:nvPr>
        </p:nvSpPr>
        <p:spPr>
          <a:xfrm>
            <a:off x="2263675" y="8269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916">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6"/>
        <p:cNvGrpSpPr/>
        <p:nvPr/>
      </p:nvGrpSpPr>
      <p:grpSpPr>
        <a:xfrm>
          <a:off x="0" y="0"/>
          <a:ext cx="0" cy="0"/>
          <a:chOff x="0" y="0"/>
          <a:chExt cx="0" cy="0"/>
        </a:xfrm>
      </p:grpSpPr>
      <p:cxnSp>
        <p:nvCxnSpPr>
          <p:cNvPr id="67" name="Google Shape;67;p4"/>
          <p:cNvCxnSpPr/>
          <p:nvPr/>
        </p:nvCxnSpPr>
        <p:spPr>
          <a:xfrm>
            <a:off x="3049395" y="901911"/>
            <a:ext cx="0" cy="5924400"/>
          </a:xfrm>
          <a:prstGeom prst="straightConnector1">
            <a:avLst/>
          </a:prstGeom>
          <a:noFill/>
          <a:ln w="9525" cap="flat" cmpd="sng">
            <a:solidFill>
              <a:srgbClr val="CCCCCC"/>
            </a:solidFill>
            <a:prstDash val="solid"/>
            <a:round/>
            <a:headEnd type="none" w="med" len="med"/>
            <a:tailEnd type="none" w="med" len="med"/>
          </a:ln>
        </p:spPr>
      </p:cxnSp>
      <p:cxnSp>
        <p:nvCxnSpPr>
          <p:cNvPr id="68" name="Google Shape;68;p4"/>
          <p:cNvCxnSpPr>
            <a:stCxn id="69" idx="0"/>
          </p:cNvCxnSpPr>
          <p:nvPr/>
        </p:nvCxnSpPr>
        <p:spPr>
          <a:xfrm flipH="1">
            <a:off x="172045" y="903711"/>
            <a:ext cx="18300" cy="9187200"/>
          </a:xfrm>
          <a:prstGeom prst="straightConnector1">
            <a:avLst/>
          </a:prstGeom>
          <a:noFill/>
          <a:ln w="9525" cap="flat" cmpd="sng">
            <a:solidFill>
              <a:srgbClr val="CCCCCC"/>
            </a:solidFill>
            <a:prstDash val="solid"/>
            <a:round/>
            <a:headEnd type="none" w="med" len="med"/>
            <a:tailEnd type="none" w="med" len="med"/>
          </a:ln>
        </p:spPr>
      </p:cxnSp>
      <p:grpSp>
        <p:nvGrpSpPr>
          <p:cNvPr id="70" name="Google Shape;70;p4"/>
          <p:cNvGrpSpPr/>
          <p:nvPr/>
        </p:nvGrpSpPr>
        <p:grpSpPr>
          <a:xfrm>
            <a:off x="190345" y="900758"/>
            <a:ext cx="7581747" cy="5906"/>
            <a:chOff x="1890075" y="5241175"/>
            <a:chExt cx="4240556" cy="257700"/>
          </a:xfrm>
        </p:grpSpPr>
        <p:sp>
          <p:nvSpPr>
            <p:cNvPr id="69" name="Google Shape;69;p4"/>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4"/>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4"/>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3" name="Google Shape;73;p4"/>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4" name="Google Shape;74;p4"/>
          <p:cNvGrpSpPr/>
          <p:nvPr/>
        </p:nvGrpSpPr>
        <p:grpSpPr>
          <a:xfrm>
            <a:off x="190320" y="931759"/>
            <a:ext cx="7581691" cy="5901"/>
            <a:chOff x="1890075" y="5241175"/>
            <a:chExt cx="4240556" cy="257700"/>
          </a:xfrm>
        </p:grpSpPr>
        <p:sp>
          <p:nvSpPr>
            <p:cNvPr id="75" name="Google Shape;75;p4"/>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4"/>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4"/>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8" name="Google Shape;78;p4"/>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9" name="Google Shape;79;p4"/>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80" name="Google Shape;80;p4"/>
          <p:cNvSpPr txBox="1"/>
          <p:nvPr/>
        </p:nvSpPr>
        <p:spPr>
          <a:xfrm>
            <a:off x="490594" y="10869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81" name="Google Shape;81;p4"/>
          <p:cNvGrpSpPr/>
          <p:nvPr/>
        </p:nvGrpSpPr>
        <p:grpSpPr>
          <a:xfrm>
            <a:off x="372224" y="1193225"/>
            <a:ext cx="137818" cy="187200"/>
            <a:chOff x="507100" y="1997600"/>
            <a:chExt cx="158375" cy="187200"/>
          </a:xfrm>
        </p:grpSpPr>
        <p:sp>
          <p:nvSpPr>
            <p:cNvPr id="82" name="Google Shape;82;p4"/>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4"/>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4"/>
          <p:cNvSpPr txBox="1"/>
          <p:nvPr/>
        </p:nvSpPr>
        <p:spPr>
          <a:xfrm>
            <a:off x="3314919" y="10869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85" name="Google Shape;85;p4"/>
          <p:cNvGrpSpPr/>
          <p:nvPr/>
        </p:nvGrpSpPr>
        <p:grpSpPr>
          <a:xfrm>
            <a:off x="3196549" y="1193225"/>
            <a:ext cx="137818" cy="187200"/>
            <a:chOff x="507100" y="1997600"/>
            <a:chExt cx="158375" cy="187200"/>
          </a:xfrm>
        </p:grpSpPr>
        <p:sp>
          <p:nvSpPr>
            <p:cNvPr id="86" name="Google Shape;86;p4"/>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p:nvPr/>
        </p:nvSpPr>
        <p:spPr>
          <a:xfrm>
            <a:off x="3314919" y="39101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89" name="Google Shape;89;p4"/>
          <p:cNvGrpSpPr/>
          <p:nvPr/>
        </p:nvGrpSpPr>
        <p:grpSpPr>
          <a:xfrm>
            <a:off x="3196549" y="4016425"/>
            <a:ext cx="137818" cy="187200"/>
            <a:chOff x="507100" y="1997600"/>
            <a:chExt cx="158375" cy="187200"/>
          </a:xfrm>
        </p:grpSpPr>
        <p:sp>
          <p:nvSpPr>
            <p:cNvPr id="90" name="Google Shape;90;p4"/>
            <p:cNvSpPr/>
            <p:nvPr/>
          </p:nvSpPr>
          <p:spPr>
            <a:xfrm>
              <a:off x="529575" y="1997600"/>
              <a:ext cx="135900" cy="1872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p:nvPr/>
          </p:nvSpPr>
          <p:spPr>
            <a:xfrm>
              <a:off x="507100" y="2017025"/>
              <a:ext cx="135900" cy="1467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 name="Google Shape;92;p4"/>
          <p:cNvGrpSpPr/>
          <p:nvPr/>
        </p:nvGrpSpPr>
        <p:grpSpPr>
          <a:xfrm>
            <a:off x="172050" y="4643025"/>
            <a:ext cx="2852450" cy="2183285"/>
            <a:chOff x="404700" y="4541500"/>
            <a:chExt cx="2852450" cy="2183285"/>
          </a:xfrm>
        </p:grpSpPr>
        <p:sp>
          <p:nvSpPr>
            <p:cNvPr id="93" name="Google Shape;93;p4"/>
            <p:cNvSpPr/>
            <p:nvPr/>
          </p:nvSpPr>
          <p:spPr>
            <a:xfrm>
              <a:off x="404700" y="4574127"/>
              <a:ext cx="2758200" cy="2148000"/>
            </a:xfrm>
            <a:prstGeom prst="rect">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p:nvPr/>
          </p:nvSpPr>
          <p:spPr>
            <a:xfrm>
              <a:off x="452450" y="4614885"/>
              <a:ext cx="2804700" cy="2109900"/>
            </a:xfrm>
            <a:prstGeom prst="rect">
              <a:avLst/>
            </a:prstGeom>
            <a:solidFill>
              <a:srgbClr val="CCCCCC"/>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4"/>
            <p:cNvSpPr txBox="1"/>
            <p:nvPr/>
          </p:nvSpPr>
          <p:spPr>
            <a:xfrm>
              <a:off x="643125" y="4541500"/>
              <a:ext cx="25959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sp>
          <p:nvSpPr>
            <p:cNvPr id="96" name="Google Shape;96;p4"/>
            <p:cNvSpPr/>
            <p:nvPr/>
          </p:nvSpPr>
          <p:spPr>
            <a:xfrm>
              <a:off x="529575" y="4663612"/>
              <a:ext cx="135900" cy="200400"/>
            </a:xfrm>
            <a:prstGeom prst="chevron">
              <a:avLst>
                <a:gd name="adj" fmla="val 50000"/>
              </a:avLst>
            </a:prstGeom>
            <a:solidFill>
              <a:srgbClr val="59595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p:nvPr/>
          </p:nvSpPr>
          <p:spPr>
            <a:xfrm>
              <a:off x="507100" y="4684392"/>
              <a:ext cx="135900" cy="156900"/>
            </a:xfrm>
            <a:prstGeom prst="chevron">
              <a:avLst>
                <a:gd name="adj" fmla="val 50000"/>
              </a:avLst>
            </a:prstGeom>
            <a:solidFill>
              <a:srgbClr val="999999"/>
            </a:solidFill>
            <a:ln w="9525" cap="flat" cmpd="sng">
              <a:solidFill>
                <a:srgbClr val="99999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 name="Google Shape;98;p4"/>
          <p:cNvSpPr/>
          <p:nvPr/>
        </p:nvSpPr>
        <p:spPr>
          <a:xfrm>
            <a:off x="3668950" y="6615125"/>
            <a:ext cx="3184200" cy="24957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4"/>
          <p:cNvSpPr/>
          <p:nvPr/>
        </p:nvSpPr>
        <p:spPr>
          <a:xfrm>
            <a:off x="1043125" y="7288425"/>
            <a:ext cx="2573100" cy="2261400"/>
          </a:xfrm>
          <a:prstGeom prst="rect">
            <a:avLst/>
          </a:prstGeom>
          <a:solidFill>
            <a:srgbClr val="666666"/>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a:spLocks noGrp="1"/>
          </p:cNvSpPr>
          <p:nvPr>
            <p:ph type="pic" idx="2"/>
          </p:nvPr>
        </p:nvSpPr>
        <p:spPr>
          <a:xfrm>
            <a:off x="3681075" y="6466100"/>
            <a:ext cx="3035400" cy="2495700"/>
          </a:xfrm>
          <a:prstGeom prst="rect">
            <a:avLst/>
          </a:prstGeom>
          <a:noFill/>
          <a:ln w="19050" cap="flat" cmpd="sng">
            <a:solidFill>
              <a:srgbClr val="000000"/>
            </a:solidFill>
            <a:prstDash val="solid"/>
            <a:round/>
            <a:headEnd type="none" w="sm" len="sm"/>
            <a:tailEnd type="none" w="sm" len="sm"/>
          </a:ln>
        </p:spPr>
      </p:sp>
      <p:sp>
        <p:nvSpPr>
          <p:cNvPr id="101" name="Google Shape;101;p4"/>
          <p:cNvSpPr>
            <a:spLocks noGrp="1"/>
          </p:cNvSpPr>
          <p:nvPr>
            <p:ph type="pic" idx="3"/>
          </p:nvPr>
        </p:nvSpPr>
        <p:spPr>
          <a:xfrm>
            <a:off x="1162700" y="7044000"/>
            <a:ext cx="2453400" cy="2398200"/>
          </a:xfrm>
          <a:prstGeom prst="rect">
            <a:avLst/>
          </a:prstGeom>
          <a:noFill/>
          <a:ln w="19050" cap="flat" cmpd="sng">
            <a:solidFill>
              <a:srgbClr val="000000"/>
            </a:solidFill>
            <a:prstDash val="solid"/>
            <a:round/>
            <a:headEnd type="none" w="sm" len="sm"/>
            <a:tailEnd type="none" w="sm" len="sm"/>
          </a:ln>
        </p:spPr>
      </p:sp>
      <p:sp>
        <p:nvSpPr>
          <p:cNvPr id="102" name="Google Shape;102;p4"/>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3" name="Google Shape;103;p4"/>
          <p:cNvSpPr txBox="1">
            <a:spLocks noGrp="1"/>
          </p:cNvSpPr>
          <p:nvPr>
            <p:ph type="title"/>
          </p:nvPr>
        </p:nvSpPr>
        <p:spPr>
          <a:xfrm>
            <a:off x="190350" y="11200"/>
            <a:ext cx="72909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04" name="Google Shape;104;p4"/>
          <p:cNvSpPr txBox="1">
            <a:spLocks noGrp="1"/>
          </p:cNvSpPr>
          <p:nvPr>
            <p:ph type="subTitle" idx="1"/>
          </p:nvPr>
        </p:nvSpPr>
        <p:spPr>
          <a:xfrm>
            <a:off x="2226300" y="513400"/>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05"/>
        <p:cNvGrpSpPr/>
        <p:nvPr/>
      </p:nvGrpSpPr>
      <p:grpSpPr>
        <a:xfrm>
          <a:off x="0" y="0"/>
          <a:ext cx="0" cy="0"/>
          <a:chOff x="0" y="0"/>
          <a:chExt cx="0" cy="0"/>
        </a:xfrm>
      </p:grpSpPr>
      <p:cxnSp>
        <p:nvCxnSpPr>
          <p:cNvPr id="106" name="Google Shape;106;p5"/>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07" name="Google Shape;107;p5"/>
          <p:cNvGrpSpPr/>
          <p:nvPr/>
        </p:nvGrpSpPr>
        <p:grpSpPr>
          <a:xfrm>
            <a:off x="404725" y="1681475"/>
            <a:ext cx="6908400" cy="72025"/>
            <a:chOff x="404725" y="1681475"/>
            <a:chExt cx="6908400" cy="72025"/>
          </a:xfrm>
        </p:grpSpPr>
        <p:cxnSp>
          <p:nvCxnSpPr>
            <p:cNvPr id="108" name="Google Shape;108;p5"/>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09" name="Google Shape;109;p5"/>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10" name="Google Shape;110;p5"/>
          <p:cNvCxnSpPr/>
          <p:nvPr/>
        </p:nvCxnSpPr>
        <p:spPr>
          <a:xfrm>
            <a:off x="7326238" y="311025"/>
            <a:ext cx="28200" cy="8777100"/>
          </a:xfrm>
          <a:prstGeom prst="straightConnector1">
            <a:avLst/>
          </a:prstGeom>
          <a:noFill/>
          <a:ln w="9525" cap="flat" cmpd="sng">
            <a:solidFill>
              <a:srgbClr val="B7B7B7"/>
            </a:solidFill>
            <a:prstDash val="solid"/>
            <a:round/>
            <a:headEnd type="none" w="med" len="med"/>
            <a:tailEnd type="none" w="med" len="med"/>
          </a:ln>
        </p:spPr>
      </p:cxnSp>
      <p:sp>
        <p:nvSpPr>
          <p:cNvPr id="111" name="Google Shape;111;p5"/>
          <p:cNvSpPr txBox="1">
            <a:spLocks noGrp="1"/>
          </p:cNvSpPr>
          <p:nvPr>
            <p:ph type="title"/>
          </p:nvPr>
        </p:nvSpPr>
        <p:spPr>
          <a:xfrm>
            <a:off x="404725" y="855800"/>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2" name="Google Shape;112;p5"/>
          <p:cNvSpPr txBox="1">
            <a:spLocks noGrp="1"/>
          </p:cNvSpPr>
          <p:nvPr>
            <p:ph type="subTitle" idx="1"/>
          </p:nvPr>
        </p:nvSpPr>
        <p:spPr>
          <a:xfrm>
            <a:off x="2249425" y="136047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113" name="Google Shape;113;p5"/>
          <p:cNvCxnSpPr/>
          <p:nvPr/>
        </p:nvCxnSpPr>
        <p:spPr>
          <a:xfrm rot="10800000">
            <a:off x="438150" y="35052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14" name="Google Shape;114;p5"/>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15" name="Google Shape;115;p5"/>
          <p:cNvGrpSpPr/>
          <p:nvPr/>
        </p:nvGrpSpPr>
        <p:grpSpPr>
          <a:xfrm>
            <a:off x="417975" y="1885250"/>
            <a:ext cx="2357775" cy="410125"/>
            <a:chOff x="417975" y="1885250"/>
            <a:chExt cx="2357775" cy="410125"/>
          </a:xfrm>
        </p:grpSpPr>
        <p:sp>
          <p:nvSpPr>
            <p:cNvPr id="116" name="Google Shape;116;p5"/>
            <p:cNvSpPr/>
            <p:nvPr/>
          </p:nvSpPr>
          <p:spPr>
            <a:xfrm>
              <a:off x="417975" y="18852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rot="10800000">
              <a:off x="2236350" y="18858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446175" y="19053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rot="10800000">
              <a:off x="2198100" y="19060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 name="Google Shape;120;p5"/>
          <p:cNvGrpSpPr/>
          <p:nvPr/>
        </p:nvGrpSpPr>
        <p:grpSpPr>
          <a:xfrm>
            <a:off x="417975" y="3505200"/>
            <a:ext cx="2357775" cy="410125"/>
            <a:chOff x="265575" y="3352800"/>
            <a:chExt cx="2357775" cy="410125"/>
          </a:xfrm>
        </p:grpSpPr>
        <p:sp>
          <p:nvSpPr>
            <p:cNvPr id="121" name="Google Shape;121;p5"/>
            <p:cNvSpPr/>
            <p:nvPr/>
          </p:nvSpPr>
          <p:spPr>
            <a:xfrm>
              <a:off x="265575" y="33528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rot="10800000">
              <a:off x="2083950" y="33534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293775" y="33728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rot="10800000">
              <a:off x="2045700" y="33735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5"/>
          <p:cNvGrpSpPr/>
          <p:nvPr/>
        </p:nvGrpSpPr>
        <p:grpSpPr>
          <a:xfrm>
            <a:off x="3872113" y="3505200"/>
            <a:ext cx="2357775" cy="410125"/>
            <a:chOff x="3567313" y="3200400"/>
            <a:chExt cx="2357775" cy="410125"/>
          </a:xfrm>
        </p:grpSpPr>
        <p:sp>
          <p:nvSpPr>
            <p:cNvPr id="126" name="Google Shape;126;p5"/>
            <p:cNvSpPr/>
            <p:nvPr/>
          </p:nvSpPr>
          <p:spPr>
            <a:xfrm>
              <a:off x="3567313" y="320040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rot="10800000">
              <a:off x="5385688" y="320102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3595513" y="322045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rot="10800000">
              <a:off x="5347438" y="322115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5"/>
          <p:cNvGrpSpPr/>
          <p:nvPr/>
        </p:nvGrpSpPr>
        <p:grpSpPr>
          <a:xfrm>
            <a:off x="417963" y="6597750"/>
            <a:ext cx="2357775" cy="410125"/>
            <a:chOff x="-39237" y="6140550"/>
            <a:chExt cx="2357775" cy="410125"/>
          </a:xfrm>
        </p:grpSpPr>
        <p:sp>
          <p:nvSpPr>
            <p:cNvPr id="131" name="Google Shape;131;p5"/>
            <p:cNvSpPr/>
            <p:nvPr/>
          </p:nvSpPr>
          <p:spPr>
            <a:xfrm>
              <a:off x="-39237" y="6140550"/>
              <a:ext cx="2020800" cy="4101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rot="10800000">
              <a:off x="1779138" y="6141175"/>
              <a:ext cx="539400" cy="409500"/>
            </a:xfrm>
            <a:prstGeom prst="chevron">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11037" y="6160600"/>
              <a:ext cx="1946700" cy="3642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rot="10800000">
              <a:off x="1740888" y="6161300"/>
              <a:ext cx="519600" cy="363600"/>
            </a:xfrm>
            <a:prstGeom prst="chevron">
              <a:avLst>
                <a:gd name="adj" fmla="val 50000"/>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5" name="Google Shape;135;p5"/>
          <p:cNvSpPr txBox="1"/>
          <p:nvPr/>
        </p:nvSpPr>
        <p:spPr>
          <a:xfrm>
            <a:off x="554500" y="1908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36" name="Google Shape;136;p5"/>
          <p:cNvSpPr txBox="1"/>
          <p:nvPr/>
        </p:nvSpPr>
        <p:spPr>
          <a:xfrm>
            <a:off x="623213" y="351016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37" name="Google Shape;137;p5"/>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38" name="Google Shape;138;p5"/>
          <p:cNvSpPr txBox="1"/>
          <p:nvPr/>
        </p:nvSpPr>
        <p:spPr>
          <a:xfrm>
            <a:off x="4077338" y="3505200"/>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39" name="Google Shape;139;p5"/>
          <p:cNvSpPr txBox="1">
            <a:spLocks noGrp="1"/>
          </p:cNvSpPr>
          <p:nvPr>
            <p:ph type="body" idx="2"/>
          </p:nvPr>
        </p:nvSpPr>
        <p:spPr>
          <a:xfrm>
            <a:off x="413425" y="2320675"/>
            <a:ext cx="6896100" cy="10275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40" name="Google Shape;140;p5"/>
          <p:cNvSpPr txBox="1">
            <a:spLocks noGrp="1"/>
          </p:cNvSpPr>
          <p:nvPr>
            <p:ph type="body" idx="3"/>
          </p:nvPr>
        </p:nvSpPr>
        <p:spPr>
          <a:xfrm>
            <a:off x="438138" y="3915350"/>
            <a:ext cx="3108300" cy="23700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41" name="Google Shape;141;p5"/>
          <p:cNvSpPr txBox="1">
            <a:spLocks noGrp="1"/>
          </p:cNvSpPr>
          <p:nvPr>
            <p:ph type="body" idx="4"/>
          </p:nvPr>
        </p:nvSpPr>
        <p:spPr>
          <a:xfrm>
            <a:off x="438150" y="7050750"/>
            <a:ext cx="3108300" cy="22554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42" name="Google Shape;142;p5"/>
          <p:cNvSpPr txBox="1">
            <a:spLocks noGrp="1"/>
          </p:cNvSpPr>
          <p:nvPr>
            <p:ph type="body" idx="5"/>
          </p:nvPr>
        </p:nvSpPr>
        <p:spPr>
          <a:xfrm>
            <a:off x="3905525" y="4039263"/>
            <a:ext cx="3219000" cy="2604300"/>
          </a:xfrm>
          <a:prstGeom prst="rect">
            <a:avLst/>
          </a:prstGeom>
        </p:spPr>
        <p:txBody>
          <a:bodyPr spcFirstLastPara="1" wrap="square" lIns="57150"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143" name="Google Shape;143;p5"/>
          <p:cNvSpPr/>
          <p:nvPr/>
        </p:nvSpPr>
        <p:spPr>
          <a:xfrm>
            <a:off x="4138275" y="6767525"/>
            <a:ext cx="3172200" cy="2495700"/>
          </a:xfrm>
          <a:prstGeom prst="rect">
            <a:avLst/>
          </a:prstGeom>
          <a:solidFill>
            <a:srgbClr val="999999"/>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txBox="1">
            <a:spLocks noGrp="1"/>
          </p:cNvSpPr>
          <p:nvPr>
            <p:ph type="subTitle" idx="6"/>
          </p:nvPr>
        </p:nvSpPr>
        <p:spPr>
          <a:xfrm>
            <a:off x="4183575" y="9228125"/>
            <a:ext cx="3086700" cy="285000"/>
          </a:xfrm>
          <a:prstGeom prst="rect">
            <a:avLst/>
          </a:prstGeom>
        </p:spPr>
        <p:txBody>
          <a:bodyPr spcFirstLastPara="1" wrap="square" lIns="91425" tIns="91425" rIns="91425" bIns="91425" anchor="t" anchorCtr="0">
            <a:normAutofit/>
          </a:bodyPr>
          <a:lstStyle>
            <a:lvl1pPr lvl="0" rtl="0">
              <a:spcBef>
                <a:spcPts val="0"/>
              </a:spcBef>
              <a:spcAft>
                <a:spcPts val="0"/>
              </a:spcAft>
              <a:buSzPts val="1100"/>
              <a:buNone/>
              <a:defRPr sz="1100" i="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5" name="Google Shape;145;p5"/>
          <p:cNvSpPr>
            <a:spLocks noGrp="1"/>
          </p:cNvSpPr>
          <p:nvPr>
            <p:ph type="pic" idx="7"/>
          </p:nvPr>
        </p:nvSpPr>
        <p:spPr>
          <a:xfrm>
            <a:off x="4007763" y="6899688"/>
            <a:ext cx="3172200" cy="2357700"/>
          </a:xfrm>
          <a:prstGeom prst="rect">
            <a:avLst/>
          </a:prstGeom>
          <a:noFill/>
          <a:ln w="38100" cap="flat" cmpd="sng">
            <a:solidFill>
              <a:srgbClr val="000000"/>
            </a:solidFill>
            <a:prstDash val="solid"/>
            <a:round/>
            <a:headEnd type="none" w="sm" len="sm"/>
            <a:tailEnd type="none" w="sm" len="sm"/>
          </a:ln>
        </p:spPr>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46"/>
        <p:cNvGrpSpPr/>
        <p:nvPr/>
      </p:nvGrpSpPr>
      <p:grpSpPr>
        <a:xfrm>
          <a:off x="0" y="0"/>
          <a:ext cx="0" cy="0"/>
          <a:chOff x="0" y="0"/>
          <a:chExt cx="0" cy="0"/>
        </a:xfrm>
      </p:grpSpPr>
      <p:sp>
        <p:nvSpPr>
          <p:cNvPr id="147" name="Google Shape;147;p6"/>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48" name="Google Shape;148;p6"/>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Google Sans"/>
              <a:ea typeface="Google Sans"/>
              <a:cs typeface="Google Sans"/>
              <a:sym typeface="Google Sans"/>
            </a:endParaRPr>
          </a:p>
        </p:txBody>
      </p:sp>
      <p:sp>
        <p:nvSpPr>
          <p:cNvPr id="149" name="Google Shape;149;p6"/>
          <p:cNvSpPr txBox="1">
            <a:spLocks noGrp="1"/>
          </p:cNvSpPr>
          <p:nvPr>
            <p:ph type="title"/>
          </p:nvPr>
        </p:nvSpPr>
        <p:spPr>
          <a:xfrm>
            <a:off x="432000" y="449725"/>
            <a:ext cx="6908400" cy="7713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lvl1pPr lvl="0" algn="ctr" rtl="0">
              <a:spcBef>
                <a:spcPts val="0"/>
              </a:spcBef>
              <a:spcAft>
                <a:spcPts val="0"/>
              </a:spcAft>
              <a:buSzPts val="2800"/>
              <a:buNone/>
              <a:defRPr sz="21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50" name="Google Shape;150;p6"/>
          <p:cNvSpPr txBox="1">
            <a:spLocks noGrp="1"/>
          </p:cNvSpPr>
          <p:nvPr>
            <p:ph type="subTitle" idx="1"/>
          </p:nvPr>
        </p:nvSpPr>
        <p:spPr>
          <a:xfrm>
            <a:off x="2276700" y="951925"/>
            <a:ext cx="3219000" cy="269100"/>
          </a:xfrm>
          <a:prstGeom prst="rect">
            <a:avLst/>
          </a:prstGeom>
        </p:spPr>
        <p:txBody>
          <a:bodyPr spcFirstLastPara="1" wrap="square" lIns="91425" tIns="91425" rIns="91425" bIns="91425" anchor="t" anchorCtr="0">
            <a:spAutoFit/>
          </a:bodyPr>
          <a:lstStyle>
            <a:lvl1pPr lvl="0" algn="ctr" rtl="0">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151" name="Google Shape;151;p6"/>
          <p:cNvGrpSpPr/>
          <p:nvPr/>
        </p:nvGrpSpPr>
        <p:grpSpPr>
          <a:xfrm>
            <a:off x="95351" y="1392509"/>
            <a:ext cx="7581691" cy="5901"/>
            <a:chOff x="1890075" y="5241175"/>
            <a:chExt cx="4240556" cy="257700"/>
          </a:xfrm>
        </p:grpSpPr>
        <p:sp>
          <p:nvSpPr>
            <p:cNvPr id="152" name="Google Shape;152;p6"/>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3" name="Google Shape;153;p6"/>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4" name="Google Shape;154;p6"/>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5" name="Google Shape;155;p6"/>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56" name="Google Shape;156;p6"/>
          <p:cNvGrpSpPr/>
          <p:nvPr/>
        </p:nvGrpSpPr>
        <p:grpSpPr>
          <a:xfrm>
            <a:off x="95351" y="4542984"/>
            <a:ext cx="7581691" cy="5901"/>
            <a:chOff x="1890075" y="5241175"/>
            <a:chExt cx="4240556" cy="257700"/>
          </a:xfrm>
        </p:grpSpPr>
        <p:sp>
          <p:nvSpPr>
            <p:cNvPr id="157" name="Google Shape;157;p6"/>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8" name="Google Shape;158;p6"/>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9" name="Google Shape;159;p6"/>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0" name="Google Shape;160;p6"/>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1" name="Google Shape;161;p6"/>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62" name="Google Shape;162;p6"/>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163" name="Google Shape;163;p6"/>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164" name="Google Shape;164;p6"/>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165" name="Google Shape;165;p6"/>
          <p:cNvSpPr/>
          <p:nvPr/>
        </p:nvSpPr>
        <p:spPr>
          <a:xfrm>
            <a:off x="432000" y="74583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66" name="Google Shape;166;p6"/>
          <p:cNvGrpSpPr/>
          <p:nvPr/>
        </p:nvGrpSpPr>
        <p:grpSpPr>
          <a:xfrm>
            <a:off x="95351" y="7362159"/>
            <a:ext cx="7581691" cy="5901"/>
            <a:chOff x="1890075" y="5241175"/>
            <a:chExt cx="4240556" cy="257700"/>
          </a:xfrm>
        </p:grpSpPr>
        <p:sp>
          <p:nvSpPr>
            <p:cNvPr id="167" name="Google Shape;167;p6"/>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8" name="Google Shape;168;p6"/>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69" name="Google Shape;169;p6"/>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70" name="Google Shape;170;p6"/>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71" name="Google Shape;171;p6"/>
          <p:cNvSpPr>
            <a:spLocks noGrp="1"/>
          </p:cNvSpPr>
          <p:nvPr>
            <p:ph type="pic" idx="2"/>
          </p:nvPr>
        </p:nvSpPr>
        <p:spPr>
          <a:xfrm>
            <a:off x="4467025" y="4719300"/>
            <a:ext cx="3006900" cy="2044800"/>
          </a:xfrm>
          <a:prstGeom prst="rect">
            <a:avLst/>
          </a:prstGeom>
          <a:noFill/>
          <a:ln w="9525" cap="flat"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72"/>
        <p:cNvGrpSpPr/>
        <p:nvPr/>
      </p:nvGrpSpPr>
      <p:grpSpPr>
        <a:xfrm>
          <a:off x="0" y="0"/>
          <a:ext cx="0" cy="0"/>
          <a:chOff x="0" y="0"/>
          <a:chExt cx="0" cy="0"/>
        </a:xfrm>
      </p:grpSpPr>
      <p:sp>
        <p:nvSpPr>
          <p:cNvPr id="173" name="Google Shape;173;p7"/>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174" name="Google Shape;174;p7"/>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175" name="Google Shape;175;p7"/>
          <p:cNvGrpSpPr/>
          <p:nvPr/>
        </p:nvGrpSpPr>
        <p:grpSpPr>
          <a:xfrm>
            <a:off x="-16250" y="9048087"/>
            <a:ext cx="7804900" cy="1072407"/>
            <a:chOff x="-19118" y="4617750"/>
            <a:chExt cx="9182236" cy="548378"/>
          </a:xfrm>
        </p:grpSpPr>
        <p:sp>
          <p:nvSpPr>
            <p:cNvPr id="176" name="Google Shape;176;p7"/>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77" name="Google Shape;177;p7"/>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7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 2 1">
  <p:cSld name="TITLE_1_1">
    <p:spTree>
      <p:nvGrpSpPr>
        <p:cNvPr id="1" name="Shape 179"/>
        <p:cNvGrpSpPr/>
        <p:nvPr/>
      </p:nvGrpSpPr>
      <p:grpSpPr>
        <a:xfrm>
          <a:off x="0" y="0"/>
          <a:ext cx="0" cy="0"/>
          <a:chOff x="0" y="0"/>
          <a:chExt cx="0" cy="0"/>
        </a:xfrm>
      </p:grpSpPr>
      <p:cxnSp>
        <p:nvCxnSpPr>
          <p:cNvPr id="180" name="Google Shape;180;p9"/>
          <p:cNvCxnSpPr>
            <a:stCxn id="181"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182" name="Google Shape;182;p9"/>
          <p:cNvGrpSpPr/>
          <p:nvPr/>
        </p:nvGrpSpPr>
        <p:grpSpPr>
          <a:xfrm>
            <a:off x="190320" y="900657"/>
            <a:ext cx="7581691" cy="5901"/>
            <a:chOff x="1890075" y="5241175"/>
            <a:chExt cx="4240556" cy="257700"/>
          </a:xfrm>
        </p:grpSpPr>
        <p:sp>
          <p:nvSpPr>
            <p:cNvPr id="183" name="Google Shape;183;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84" name="Google Shape;184;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85" name="Google Shape;185;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86" name="Google Shape;186;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187" name="Google Shape;187;p9"/>
          <p:cNvGrpSpPr/>
          <p:nvPr/>
        </p:nvGrpSpPr>
        <p:grpSpPr>
          <a:xfrm>
            <a:off x="190320" y="931759"/>
            <a:ext cx="7581691" cy="5901"/>
            <a:chOff x="1890075" y="5241175"/>
            <a:chExt cx="4240556" cy="257700"/>
          </a:xfrm>
        </p:grpSpPr>
        <p:sp>
          <p:nvSpPr>
            <p:cNvPr id="188" name="Google Shape;188;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89" name="Google Shape;189;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0" name="Google Shape;190;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1" name="Google Shape;191;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92" name="Google Shape;192;p9"/>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193" name="Google Shape;193;p9"/>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194" name="Google Shape;194;p9"/>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95" name="Google Shape;195;p9"/>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6" name="Google Shape;196;p9"/>
          <p:cNvGrpSpPr/>
          <p:nvPr/>
        </p:nvGrpSpPr>
        <p:grpSpPr>
          <a:xfrm>
            <a:off x="190320" y="900657"/>
            <a:ext cx="7581691" cy="5901"/>
            <a:chOff x="1890075" y="5241175"/>
            <a:chExt cx="4240556" cy="257700"/>
          </a:xfrm>
        </p:grpSpPr>
        <p:sp>
          <p:nvSpPr>
            <p:cNvPr id="197" name="Google Shape;197;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8" name="Google Shape;198;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99" name="Google Shape;199;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00" name="Google Shape;200;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01" name="Google Shape;201;p9"/>
          <p:cNvGrpSpPr/>
          <p:nvPr/>
        </p:nvGrpSpPr>
        <p:grpSpPr>
          <a:xfrm>
            <a:off x="190320" y="931759"/>
            <a:ext cx="7581691" cy="5901"/>
            <a:chOff x="1890075" y="5241175"/>
            <a:chExt cx="4240556" cy="257700"/>
          </a:xfrm>
        </p:grpSpPr>
        <p:sp>
          <p:nvSpPr>
            <p:cNvPr id="202" name="Google Shape;202;p9"/>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1" name="Google Shape;181;p9"/>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03" name="Google Shape;203;p9"/>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04" name="Google Shape;204;p9"/>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05" name="Google Shape;205;p9"/>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206" name="Google Shape;206;p9"/>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207" name="Google Shape;207;p9"/>
          <p:cNvGrpSpPr/>
          <p:nvPr/>
        </p:nvGrpSpPr>
        <p:grpSpPr>
          <a:xfrm>
            <a:off x="172024" y="1040825"/>
            <a:ext cx="137818" cy="187200"/>
            <a:chOff x="507100" y="1997600"/>
            <a:chExt cx="158375" cy="187200"/>
          </a:xfrm>
        </p:grpSpPr>
        <p:sp>
          <p:nvSpPr>
            <p:cNvPr id="208" name="Google Shape;208;p9"/>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9"/>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9"/>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211" name="Google Shape;211;p9"/>
          <p:cNvGrpSpPr/>
          <p:nvPr/>
        </p:nvGrpSpPr>
        <p:grpSpPr>
          <a:xfrm>
            <a:off x="190349" y="2907725"/>
            <a:ext cx="137818" cy="187200"/>
            <a:chOff x="507100" y="1540400"/>
            <a:chExt cx="158375" cy="187200"/>
          </a:xfrm>
        </p:grpSpPr>
        <p:sp>
          <p:nvSpPr>
            <p:cNvPr id="212" name="Google Shape;212;p9"/>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9"/>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 name="Google Shape;214;p9"/>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215" name="Google Shape;215;p9"/>
          <p:cNvGrpSpPr/>
          <p:nvPr/>
        </p:nvGrpSpPr>
        <p:grpSpPr>
          <a:xfrm>
            <a:off x="172024" y="5506200"/>
            <a:ext cx="137818" cy="187200"/>
            <a:chOff x="507100" y="1997600"/>
            <a:chExt cx="158375" cy="187200"/>
          </a:xfrm>
        </p:grpSpPr>
        <p:sp>
          <p:nvSpPr>
            <p:cNvPr id="216" name="Google Shape;216;p9"/>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9"/>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 name="Google Shape;218;p9"/>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219" name="Google Shape;219;p9"/>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220" name="Google Shape;220;p9"/>
          <p:cNvGrpSpPr/>
          <p:nvPr/>
        </p:nvGrpSpPr>
        <p:grpSpPr>
          <a:xfrm>
            <a:off x="172024" y="7607808"/>
            <a:ext cx="137818" cy="187200"/>
            <a:chOff x="507100" y="1997600"/>
            <a:chExt cx="158375" cy="187200"/>
          </a:xfrm>
        </p:grpSpPr>
        <p:sp>
          <p:nvSpPr>
            <p:cNvPr id="221" name="Google Shape;221;p9"/>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9"/>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 name="Google Shape;223;p9"/>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0"/>
          <p:cNvSpPr txBox="1"/>
          <p:nvPr/>
        </p:nvSpPr>
        <p:spPr>
          <a:xfrm>
            <a:off x="188700" y="1499375"/>
            <a:ext cx="3697500" cy="2850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SzPts val="852"/>
              <a:buNone/>
            </a:pPr>
            <a:r>
              <a:rPr lang="en" sz="1100">
                <a:latin typeface="Times New Roman" panose="02020603050405020304" pitchFamily="18" charset="0"/>
                <a:ea typeface="Google Sans SemiBold"/>
                <a:cs typeface="Times New Roman" panose="02020603050405020304" pitchFamily="18" charset="0"/>
                <a:sym typeface="Google Sans SemiBold"/>
              </a:rPr>
              <a:t>Project Overview</a:t>
            </a:r>
            <a:endParaRPr sz="1100">
              <a:solidFill>
                <a:srgbClr val="000000"/>
              </a:solidFill>
              <a:latin typeface="Times New Roman" panose="02020603050405020304" pitchFamily="18" charset="0"/>
              <a:ea typeface="Google Sans SemiBold"/>
              <a:cs typeface="Times New Roman" panose="02020603050405020304" pitchFamily="18" charset="0"/>
              <a:sym typeface="Google Sans SemiBold"/>
            </a:endParaRPr>
          </a:p>
        </p:txBody>
      </p:sp>
      <p:sp>
        <p:nvSpPr>
          <p:cNvPr id="229" name="Google Shape;229;p10"/>
          <p:cNvSpPr txBox="1"/>
          <p:nvPr/>
        </p:nvSpPr>
        <p:spPr>
          <a:xfrm>
            <a:off x="287625" y="1859125"/>
            <a:ext cx="7309500" cy="35391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100">
              <a:solidFill>
                <a:schemeClr val="dk2"/>
              </a:solidFill>
              <a:latin typeface="Times New Roman" panose="02020603050405020304" pitchFamily="18" charset="0"/>
              <a:cs typeface="Times New Roman" panose="02020603050405020304" pitchFamily="18" charset="0"/>
            </a:endParaRPr>
          </a:p>
        </p:txBody>
      </p:sp>
      <p:sp>
        <p:nvSpPr>
          <p:cNvPr id="230" name="Google Shape;230;p10"/>
          <p:cNvSpPr txBox="1"/>
          <p:nvPr/>
        </p:nvSpPr>
        <p:spPr>
          <a:xfrm>
            <a:off x="175200" y="1703687"/>
            <a:ext cx="7386900" cy="923299"/>
          </a:xfrm>
          <a:prstGeom prst="rect">
            <a:avLst/>
          </a:prstGeom>
          <a:noFill/>
          <a:ln>
            <a:noFill/>
          </a:ln>
        </p:spPr>
        <p:txBody>
          <a:bodyPr spcFirstLastPara="1" wrap="square" lIns="91425" tIns="91425" rIns="91425" bIns="91425" anchor="t" anchorCtr="0">
            <a:spAutoFit/>
          </a:bodyPr>
          <a:lstStyle/>
          <a:p>
            <a:r>
              <a:rPr lang="en-US" sz="1200" dirty="0">
                <a:latin typeface="Times New Roman" panose="02020603050405020304" pitchFamily="18" charset="0"/>
                <a:cs typeface="Times New Roman" panose="02020603050405020304" pitchFamily="18" charset="0"/>
              </a:rPr>
              <a:t>The Waze data team is developing a data analytics initiative focused on reducing monthly user churn and driving long-term growth for the Waze app. By conducting thorough exploratory data analysis (EDA), the team can identify behavioral patterns that signal churn risk and proactively target users before they disengage. This approach not only strengthens user retention but also enhances overall customer satisfaction.</a:t>
            </a:r>
          </a:p>
        </p:txBody>
      </p:sp>
      <p:grpSp>
        <p:nvGrpSpPr>
          <p:cNvPr id="231" name="Google Shape;231;p10"/>
          <p:cNvGrpSpPr/>
          <p:nvPr/>
        </p:nvGrpSpPr>
        <p:grpSpPr>
          <a:xfrm>
            <a:off x="188700" y="694150"/>
            <a:ext cx="5190000" cy="771300"/>
            <a:chOff x="438150" y="713325"/>
            <a:chExt cx="5190000" cy="771300"/>
          </a:xfrm>
        </p:grpSpPr>
        <p:sp>
          <p:nvSpPr>
            <p:cNvPr id="232" name="Google Shape;232;p10"/>
            <p:cNvSpPr txBox="1"/>
            <p:nvPr/>
          </p:nvSpPr>
          <p:spPr>
            <a:xfrm>
              <a:off x="438150" y="713325"/>
              <a:ext cx="5190000" cy="7713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a:bodyPr>
            <a:lstStyle/>
            <a:p>
              <a:pPr marL="0" lvl="0" indent="0" algn="l" rtl="0">
                <a:lnSpc>
                  <a:spcPct val="95000"/>
                </a:lnSpc>
                <a:spcBef>
                  <a:spcPts val="0"/>
                </a:spcBef>
                <a:spcAft>
                  <a:spcPts val="0"/>
                </a:spcAft>
                <a:buNone/>
              </a:pPr>
              <a:r>
                <a:rPr lang="en" sz="1100" b="1">
                  <a:solidFill>
                    <a:srgbClr val="000000"/>
                  </a:solidFill>
                  <a:latin typeface="Times New Roman" panose="02020603050405020304" pitchFamily="18" charset="0"/>
                  <a:ea typeface="Google Sans SemiBold"/>
                  <a:cs typeface="Times New Roman" panose="02020603050405020304" pitchFamily="18" charset="0"/>
                  <a:sym typeface="Google Sans SemiBold"/>
                </a:rPr>
                <a:t>User Churn Project | </a:t>
              </a:r>
              <a:r>
                <a:rPr lang="en" sz="1100" b="1">
                  <a:latin typeface="Times New Roman" panose="02020603050405020304" pitchFamily="18" charset="0"/>
                  <a:ea typeface="Google Sans SemiBold"/>
                  <a:cs typeface="Times New Roman" panose="02020603050405020304" pitchFamily="18" charset="0"/>
                  <a:sym typeface="Google Sans SemiBold"/>
                </a:rPr>
                <a:t>Exploratory Data Analysis</a:t>
              </a:r>
              <a:endParaRPr sz="1100">
                <a:solidFill>
                  <a:srgbClr val="000000"/>
                </a:solidFill>
                <a:latin typeface="Times New Roman" panose="02020603050405020304" pitchFamily="18" charset="0"/>
                <a:ea typeface="Google Sans SemiBold"/>
                <a:cs typeface="Times New Roman" panose="02020603050405020304" pitchFamily="18" charset="0"/>
                <a:sym typeface="Google Sans SemiBold"/>
              </a:endParaRPr>
            </a:p>
          </p:txBody>
        </p:sp>
        <p:sp>
          <p:nvSpPr>
            <p:cNvPr id="233" name="Google Shape;233;p10"/>
            <p:cNvSpPr txBox="1"/>
            <p:nvPr/>
          </p:nvSpPr>
          <p:spPr>
            <a:xfrm>
              <a:off x="465075" y="1030275"/>
              <a:ext cx="3516900" cy="40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200"/>
                </a:spcAft>
                <a:buNone/>
              </a:pPr>
              <a:endParaRPr sz="1100" dirty="0">
                <a:solidFill>
                  <a:srgbClr val="000000"/>
                </a:solidFill>
                <a:latin typeface="Times New Roman" panose="02020603050405020304" pitchFamily="18" charset="0"/>
                <a:ea typeface="Roboto"/>
                <a:cs typeface="Times New Roman" panose="02020603050405020304" pitchFamily="18" charset="0"/>
                <a:sym typeface="Roboto"/>
              </a:endParaRPr>
            </a:p>
          </p:txBody>
        </p:sp>
      </p:grpSp>
      <p:pic>
        <p:nvPicPr>
          <p:cNvPr id="234" name="Google Shape;234;p10"/>
          <p:cNvPicPr preferRelativeResize="0"/>
          <p:nvPr/>
        </p:nvPicPr>
        <p:blipFill>
          <a:blip r:embed="rId3">
            <a:alphaModFix/>
          </a:blip>
          <a:stretch>
            <a:fillRect/>
          </a:stretch>
        </p:blipFill>
        <p:spPr>
          <a:xfrm>
            <a:off x="5650094" y="77775"/>
            <a:ext cx="1947034" cy="562800"/>
          </a:xfrm>
          <a:prstGeom prst="rect">
            <a:avLst/>
          </a:prstGeom>
          <a:noFill/>
          <a:ln>
            <a:noFill/>
          </a:ln>
        </p:spPr>
      </p:pic>
      <p:sp>
        <p:nvSpPr>
          <p:cNvPr id="235" name="Google Shape;235;p10"/>
          <p:cNvSpPr txBox="1"/>
          <p:nvPr/>
        </p:nvSpPr>
        <p:spPr>
          <a:xfrm>
            <a:off x="181950" y="4235400"/>
            <a:ext cx="3000000" cy="5823000"/>
          </a:xfrm>
          <a:prstGeom prst="rect">
            <a:avLst/>
          </a:prstGeom>
          <a:noFill/>
          <a:ln>
            <a:noFill/>
          </a:ln>
        </p:spPr>
        <p:txBody>
          <a:bodyPr spcFirstLastPara="1" wrap="square" lIns="91425" tIns="91425" rIns="91425" bIns="91425" anchor="t" anchorCtr="0">
            <a:noAutofit/>
          </a:bodyPr>
          <a:lstStyle/>
          <a:p>
            <a:r>
              <a:rPr lang="en-US" sz="1100" b="1" dirty="0">
                <a:latin typeface="Times New Roman" panose="02020603050405020304" pitchFamily="18" charset="0"/>
                <a:cs typeface="Times New Roman" panose="02020603050405020304" pitchFamily="18" charset="0"/>
              </a:rPr>
              <a:t>Key Insights from Exploratory Data Analysis</a:t>
            </a:r>
          </a:p>
          <a:p>
            <a:r>
              <a:rPr lang="en-US" sz="1100" b="1" dirty="0">
                <a:latin typeface="Times New Roman" panose="02020603050405020304" pitchFamily="18" charset="0"/>
                <a:cs typeface="Times New Roman" panose="02020603050405020304" pitchFamily="18" charset="0"/>
              </a:rPr>
              <a:t>1. App usage strongly predicts churn likelihood</a:t>
            </a:r>
            <a:endParaRPr lang="en-US" sz="1100" dirty="0">
              <a:latin typeface="Times New Roman" panose="02020603050405020304" pitchFamily="18" charset="0"/>
              <a:cs typeface="Times New Roman" panose="02020603050405020304" pitchFamily="18" charset="0"/>
            </a:endParaRPr>
          </a:p>
          <a:p>
            <a:pPr lvl="1"/>
            <a:r>
              <a:rPr lang="en-US" sz="1100" dirty="0">
                <a:latin typeface="Times New Roman" panose="02020603050405020304" pitchFamily="18" charset="0"/>
                <a:cs typeface="Times New Roman" panose="02020603050405020304" pitchFamily="18" charset="0"/>
              </a:rPr>
              <a:t>Users who did not use the app at all in the past month had a churn rate of 40%.</a:t>
            </a:r>
          </a:p>
          <a:p>
            <a:pPr lvl="1"/>
            <a:r>
              <a:rPr lang="en-US" sz="1100" dirty="0">
                <a:latin typeface="Times New Roman" panose="02020603050405020304" pitchFamily="18" charset="0"/>
                <a:cs typeface="Times New Roman" panose="02020603050405020304" pitchFamily="18" charset="0"/>
              </a:rPr>
              <a:t>In contrast, users who engaged daily (30 days of use) did not churn at all.</a:t>
            </a:r>
          </a:p>
          <a:p>
            <a:pPr lvl="1"/>
            <a:r>
              <a:rPr lang="en-US" sz="1100" dirty="0">
                <a:latin typeface="Times New Roman" panose="02020603050405020304" pitchFamily="18" charset="0"/>
                <a:cs typeface="Times New Roman" panose="02020603050405020304" pitchFamily="18" charset="0"/>
              </a:rPr>
              <a:t>This indicates that higher app usage is a strong protective factor against churn.</a:t>
            </a:r>
          </a:p>
          <a:p>
            <a:r>
              <a:rPr lang="en-US" sz="1100" b="1" dirty="0">
                <a:latin typeface="Times New Roman" panose="02020603050405020304" pitchFamily="18" charset="0"/>
                <a:cs typeface="Times New Roman" panose="02020603050405020304" pitchFamily="18" charset="0"/>
              </a:rPr>
              <a:t>2. Driving behavior is linked to </a:t>
            </a:r>
            <a:r>
              <a:rPr lang="en-US" sz="1000" b="1" dirty="0">
                <a:latin typeface="Times New Roman" panose="02020603050405020304" pitchFamily="18" charset="0"/>
                <a:cs typeface="Times New Roman" panose="02020603050405020304" pitchFamily="18" charset="0"/>
              </a:rPr>
              <a:t>churn</a:t>
            </a:r>
            <a:endParaRPr lang="en-US" sz="1000" dirty="0">
              <a:latin typeface="Times New Roman" panose="02020603050405020304" pitchFamily="18" charset="0"/>
              <a:cs typeface="Times New Roman" panose="02020603050405020304" pitchFamily="18" charset="0"/>
            </a:endParaRPr>
          </a:p>
          <a:p>
            <a:pPr lvl="1"/>
            <a:r>
              <a:rPr lang="en-US" sz="1100" i="1" dirty="0">
                <a:latin typeface="Times New Roman" panose="02020603050405020304" pitchFamily="18" charset="0"/>
                <a:cs typeface="Times New Roman" panose="02020603050405020304" pitchFamily="18" charset="0"/>
              </a:rPr>
              <a:t>Distance per driving day</a:t>
            </a:r>
            <a:r>
              <a:rPr lang="en-US" sz="1100" dirty="0">
                <a:latin typeface="Times New Roman" panose="02020603050405020304" pitchFamily="18" charset="0"/>
                <a:cs typeface="Times New Roman" panose="02020603050405020304" pitchFamily="18" charset="0"/>
              </a:rPr>
              <a:t>: Users who drove longer distances on each active day were </a:t>
            </a:r>
            <a:r>
              <a:rPr lang="en-US" sz="1100" b="1" dirty="0">
                <a:latin typeface="Times New Roman" panose="02020603050405020304" pitchFamily="18" charset="0"/>
                <a:cs typeface="Times New Roman" panose="02020603050405020304" pitchFamily="18" charset="0"/>
              </a:rPr>
              <a:t>more likely</a:t>
            </a:r>
            <a:r>
              <a:rPr lang="en-US" sz="1100" dirty="0">
                <a:latin typeface="Times New Roman" panose="02020603050405020304" pitchFamily="18" charset="0"/>
                <a:cs typeface="Times New Roman" panose="02020603050405020304" pitchFamily="18" charset="0"/>
              </a:rPr>
              <a:t> to churn.</a:t>
            </a:r>
          </a:p>
          <a:p>
            <a:pPr lvl="1"/>
            <a:r>
              <a:rPr lang="en-US" sz="1100" i="1" dirty="0">
                <a:latin typeface="Times New Roman" panose="02020603050405020304" pitchFamily="18" charset="0"/>
                <a:cs typeface="Times New Roman" panose="02020603050405020304" pitchFamily="18" charset="0"/>
              </a:rPr>
              <a:t>Number of driving days</a:t>
            </a:r>
            <a:r>
              <a:rPr lang="en-US" sz="1100" dirty="0">
                <a:latin typeface="Times New Roman" panose="02020603050405020304" pitchFamily="18" charset="0"/>
                <a:cs typeface="Times New Roman" panose="02020603050405020304" pitchFamily="18" charset="0"/>
              </a:rPr>
              <a:t>: Users who drove more frequently (on more days in the past month) were </a:t>
            </a:r>
            <a:r>
              <a:rPr lang="en-US" sz="1100" b="1" dirty="0">
                <a:latin typeface="Times New Roman" panose="02020603050405020304" pitchFamily="18" charset="0"/>
                <a:cs typeface="Times New Roman" panose="02020603050405020304" pitchFamily="18" charset="0"/>
              </a:rPr>
              <a:t>less likely</a:t>
            </a:r>
            <a:r>
              <a:rPr lang="en-US" sz="1100" dirty="0">
                <a:latin typeface="Times New Roman" panose="02020603050405020304" pitchFamily="18" charset="0"/>
                <a:cs typeface="Times New Roman" panose="02020603050405020304" pitchFamily="18" charset="0"/>
              </a:rPr>
              <a:t> to churn.</a:t>
            </a:r>
          </a:p>
          <a:p>
            <a:r>
              <a:rPr lang="en-US" sz="1100" b="1" dirty="0">
                <a:latin typeface="Times New Roman" panose="02020603050405020304" pitchFamily="18" charset="0"/>
                <a:cs typeface="Times New Roman" panose="02020603050405020304" pitchFamily="18" charset="0"/>
              </a:rPr>
              <a:t>3. User tenure shows no clear pattern</a:t>
            </a:r>
            <a:endParaRPr lang="en-US" sz="1100" dirty="0">
              <a:latin typeface="Times New Roman" panose="02020603050405020304" pitchFamily="18" charset="0"/>
              <a:cs typeface="Times New Roman" panose="02020603050405020304" pitchFamily="18" charset="0"/>
            </a:endParaRPr>
          </a:p>
          <a:p>
            <a:pPr lvl="1"/>
            <a:r>
              <a:rPr lang="en-US" sz="1100" dirty="0">
                <a:latin typeface="Times New Roman" panose="02020603050405020304" pitchFamily="18" charset="0"/>
                <a:cs typeface="Times New Roman" panose="02020603050405020304" pitchFamily="18" charset="0"/>
              </a:rPr>
              <a:t>Churn behavior was relatively consistent across users of all tenures, from new sign-ups to those active for ~10 years.</a:t>
            </a:r>
          </a:p>
          <a:p>
            <a:r>
              <a:rPr lang="en-US" sz="1100" b="1" dirty="0">
                <a:latin typeface="Times New Roman" panose="02020603050405020304" pitchFamily="18" charset="0"/>
                <a:cs typeface="Times New Roman" panose="02020603050405020304" pitchFamily="18" charset="0"/>
              </a:rPr>
              <a:t>4. Variable distributions reveal engagement concentration</a:t>
            </a:r>
            <a:endParaRPr lang="en-US" sz="1100" dirty="0">
              <a:latin typeface="Times New Roman" panose="02020603050405020304" pitchFamily="18" charset="0"/>
              <a:cs typeface="Times New Roman" panose="02020603050405020304" pitchFamily="18" charset="0"/>
            </a:endParaRPr>
          </a:p>
          <a:p>
            <a:pPr lvl="1"/>
            <a:r>
              <a:rPr lang="en-US" sz="1100" dirty="0">
                <a:latin typeface="Times New Roman" panose="02020603050405020304" pitchFamily="18" charset="0"/>
                <a:cs typeface="Times New Roman" panose="02020603050405020304" pitchFamily="18" charset="0"/>
              </a:rPr>
              <a:t>Most engagement-related variables were </a:t>
            </a:r>
            <a:r>
              <a:rPr lang="en-US" sz="1100" b="1" dirty="0">
                <a:latin typeface="Times New Roman" panose="02020603050405020304" pitchFamily="18" charset="0"/>
                <a:cs typeface="Times New Roman" panose="02020603050405020304" pitchFamily="18" charset="0"/>
              </a:rPr>
              <a:t>right-skewed</a:t>
            </a:r>
            <a:r>
              <a:rPr lang="en-US" sz="1100" dirty="0">
                <a:latin typeface="Times New Roman" panose="02020603050405020304" pitchFamily="18" charset="0"/>
                <a:cs typeface="Times New Roman" panose="02020603050405020304" pitchFamily="18" charset="0"/>
              </a:rPr>
              <a:t>, meaning the majority of users were clustered at the low end of activity (e.g., fewer drives, shorter distances).</a:t>
            </a:r>
          </a:p>
          <a:p>
            <a:pPr lvl="1"/>
            <a:r>
              <a:rPr lang="en-US" sz="1100" dirty="0">
                <a:latin typeface="Times New Roman" panose="02020603050405020304" pitchFamily="18" charset="0"/>
                <a:cs typeface="Times New Roman" panose="02020603050405020304" pitchFamily="18" charset="0"/>
              </a:rPr>
              <a:t>Other variables followed a </a:t>
            </a:r>
            <a:r>
              <a:rPr lang="en-US" sz="1100" b="1" dirty="0">
                <a:latin typeface="Times New Roman" panose="02020603050405020304" pitchFamily="18" charset="0"/>
                <a:cs typeface="Times New Roman" panose="02020603050405020304" pitchFamily="18" charset="0"/>
              </a:rPr>
              <a:t>uniform distribution</a:t>
            </a:r>
            <a:r>
              <a:rPr lang="en-US" sz="1100" dirty="0">
                <a:latin typeface="Times New Roman" panose="02020603050405020304" pitchFamily="18" charset="0"/>
                <a:cs typeface="Times New Roman" panose="02020603050405020304" pitchFamily="18" charset="0"/>
              </a:rPr>
              <a:t>, indicating no clear bias toward low or high activity levels.</a:t>
            </a:r>
          </a:p>
          <a:p>
            <a:r>
              <a:rPr lang="en-US" sz="1100" b="1" dirty="0">
                <a:latin typeface="Times New Roman" panose="02020603050405020304" pitchFamily="18" charset="0"/>
                <a:cs typeface="Times New Roman" panose="02020603050405020304" pitchFamily="18" charset="0"/>
              </a:rPr>
              <a:t>5. Data quality issues need attention</a:t>
            </a:r>
            <a:endParaRPr lang="en-US" sz="1100" dirty="0">
              <a:latin typeface="Times New Roman" panose="02020603050405020304" pitchFamily="18" charset="0"/>
              <a:cs typeface="Times New Roman" panose="02020603050405020304" pitchFamily="18" charset="0"/>
            </a:endParaRPr>
          </a:p>
          <a:p>
            <a:pPr lvl="1"/>
            <a:r>
              <a:rPr lang="en-US" sz="1100" dirty="0">
                <a:latin typeface="Times New Roman" panose="02020603050405020304" pitchFamily="18" charset="0"/>
                <a:cs typeface="Times New Roman" panose="02020603050405020304" pitchFamily="18" charset="0"/>
              </a:rPr>
              <a:t>Several features contained highly improbable or potentially erroneous outlier values (e.g., </a:t>
            </a:r>
            <a:r>
              <a:rPr lang="en-US" sz="1100" i="1" dirty="0" err="1">
                <a:latin typeface="Times New Roman" panose="02020603050405020304" pitchFamily="18" charset="0"/>
                <a:cs typeface="Times New Roman" panose="02020603050405020304" pitchFamily="18" charset="0"/>
              </a:rPr>
              <a:t>driven_km_drives</a:t>
            </a:r>
            <a:r>
              <a:rPr lang="en-US" sz="1100" dirty="0">
                <a:latin typeface="Times New Roman" panose="02020603050405020304" pitchFamily="18" charset="0"/>
                <a:cs typeface="Times New Roman" panose="02020603050405020304" pitchFamily="18" charset="0"/>
              </a:rPr>
              <a:t>, </a:t>
            </a:r>
            <a:r>
              <a:rPr lang="en-US" sz="1100" i="1" dirty="0" err="1">
                <a:latin typeface="Times New Roman" panose="02020603050405020304" pitchFamily="18" charset="0"/>
                <a:cs typeface="Times New Roman" panose="02020603050405020304" pitchFamily="18" charset="0"/>
              </a:rPr>
              <a:t>activity_days</a:t>
            </a:r>
            <a:r>
              <a:rPr lang="en-US" sz="1100" dirty="0">
                <a:latin typeface="Times New Roman" panose="02020603050405020304" pitchFamily="18" charset="0"/>
                <a:cs typeface="Times New Roman" panose="02020603050405020304" pitchFamily="18" charset="0"/>
              </a:rPr>
              <a:t>, </a:t>
            </a:r>
            <a:r>
              <a:rPr lang="en-US" sz="1100" i="1" dirty="0" err="1">
                <a:latin typeface="Times New Roman" panose="02020603050405020304" pitchFamily="18" charset="0"/>
                <a:cs typeface="Times New Roman" panose="02020603050405020304" pitchFamily="18" charset="0"/>
              </a:rPr>
              <a:t>driving_days</a:t>
            </a:r>
            <a:r>
              <a:rPr lang="en-US" sz="1100" dirty="0">
                <a:latin typeface="Times New Roman" panose="02020603050405020304" pitchFamily="18" charset="0"/>
                <a:cs typeface="Times New Roman" panose="02020603050405020304" pitchFamily="18" charset="0"/>
              </a:rPr>
              <a:t>).</a:t>
            </a:r>
          </a:p>
          <a:p>
            <a:pPr lvl="1"/>
            <a:r>
              <a:rPr lang="en-US" sz="1100" dirty="0">
                <a:latin typeface="Times New Roman" panose="02020603050405020304" pitchFamily="18" charset="0"/>
                <a:cs typeface="Times New Roman" panose="02020603050405020304" pitchFamily="18" charset="0"/>
              </a:rPr>
              <a:t>These anomalies should be addressed during data cleaning to ensure model reliability.</a:t>
            </a:r>
          </a:p>
        </p:txBody>
      </p:sp>
      <p:sp>
        <p:nvSpPr>
          <p:cNvPr id="236" name="Google Shape;236;p10"/>
          <p:cNvSpPr txBox="1"/>
          <p:nvPr/>
        </p:nvSpPr>
        <p:spPr>
          <a:xfrm>
            <a:off x="3277800" y="7770042"/>
            <a:ext cx="4201800" cy="2031295"/>
          </a:xfrm>
          <a:prstGeom prst="rect">
            <a:avLst/>
          </a:prstGeom>
          <a:noFill/>
          <a:ln>
            <a:noFill/>
          </a:ln>
        </p:spPr>
        <p:txBody>
          <a:bodyPr spcFirstLastPara="1" wrap="square" lIns="91425" tIns="91425" rIns="91425" bIns="91425" anchor="t" anchorCtr="0">
            <a:spAutoFit/>
          </a:bodyPr>
          <a:lstStyle/>
          <a:p>
            <a:r>
              <a:rPr lang="en-US" sz="1200" b="1" dirty="0">
                <a:latin typeface="Times New Roman" panose="02020603050405020304" pitchFamily="18" charset="0"/>
                <a:cs typeface="Times New Roman" panose="02020603050405020304" pitchFamily="18" charset="0"/>
              </a:rPr>
              <a:t>Recommendations</a:t>
            </a:r>
          </a:p>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1. Investigate data discrepancies</a:t>
            </a:r>
            <a:r>
              <a:rPr lang="en-US" sz="1200" dirty="0">
                <a:latin typeface="Times New Roman" panose="02020603050405020304" pitchFamily="18" charset="0"/>
                <a:cs typeface="Times New Roman" panose="02020603050405020304" pitchFamily="18" charset="0"/>
              </a:rPr>
              <a:t> between sessions, </a:t>
            </a:r>
            <a:r>
              <a:rPr lang="en-US" sz="1200" dirty="0" err="1">
                <a:latin typeface="Times New Roman" panose="02020603050405020304" pitchFamily="18" charset="0"/>
                <a:cs typeface="Times New Roman" panose="02020603050405020304" pitchFamily="18" charset="0"/>
              </a:rPr>
              <a:t>driving_days</a:t>
            </a:r>
            <a:r>
              <a:rPr lang="en-US" sz="1200" dirty="0">
                <a:latin typeface="Times New Roman" panose="02020603050405020304" pitchFamily="18" charset="0"/>
                <a:cs typeface="Times New Roman" panose="02020603050405020304" pitchFamily="18" charset="0"/>
              </a:rPr>
              <a:t>, and </a:t>
            </a:r>
            <a:r>
              <a:rPr lang="en-US" sz="1200" dirty="0" err="1">
                <a:latin typeface="Times New Roman" panose="02020603050405020304" pitchFamily="18" charset="0"/>
                <a:cs typeface="Times New Roman" panose="02020603050405020304" pitchFamily="18" charset="0"/>
              </a:rPr>
              <a:t>activity_days</a:t>
            </a:r>
            <a:r>
              <a:rPr lang="en-US" sz="1200" dirty="0">
                <a:latin typeface="Times New Roman" panose="02020603050405020304" pitchFamily="18" charset="0"/>
                <a:cs typeface="Times New Roman" panose="02020603050405020304" pitchFamily="18" charset="0"/>
              </a:rPr>
              <a:t> to improve data reliability.</a:t>
            </a:r>
          </a:p>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2. Analyze long-distance driver churn</a:t>
            </a:r>
            <a:r>
              <a:rPr lang="en-US" sz="1200" dirty="0">
                <a:latin typeface="Times New Roman" panose="02020603050405020304" pitchFamily="18" charset="0"/>
                <a:cs typeface="Times New Roman" panose="02020603050405020304" pitchFamily="18" charset="0"/>
              </a:rPr>
              <a:t> with the broader Waze team to uncover behavioral drivers.</a:t>
            </a:r>
          </a:p>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3. Run deeper statistical tests</a:t>
            </a:r>
            <a:r>
              <a:rPr lang="en-US" sz="1200" dirty="0">
                <a:latin typeface="Times New Roman" panose="02020603050405020304" pitchFamily="18" charset="0"/>
                <a:cs typeface="Times New Roman" panose="02020603050405020304" pitchFamily="18" charset="0"/>
              </a:rPr>
              <a:t> to quantify the impact of key variables on churn.</a:t>
            </a:r>
          </a:p>
        </p:txBody>
      </p:sp>
      <p:pic>
        <p:nvPicPr>
          <p:cNvPr id="237" name="Google Shape;237;p10"/>
          <p:cNvPicPr preferRelativeResize="0"/>
          <p:nvPr/>
        </p:nvPicPr>
        <p:blipFill>
          <a:blip r:embed="rId4">
            <a:alphaModFix/>
          </a:blip>
          <a:stretch>
            <a:fillRect/>
          </a:stretch>
        </p:blipFill>
        <p:spPr>
          <a:xfrm>
            <a:off x="3761550" y="3643000"/>
            <a:ext cx="3835574" cy="1815426"/>
          </a:xfrm>
          <a:prstGeom prst="rect">
            <a:avLst/>
          </a:prstGeom>
          <a:noFill/>
          <a:ln>
            <a:noFill/>
          </a:ln>
        </p:spPr>
      </p:pic>
      <p:sp>
        <p:nvSpPr>
          <p:cNvPr id="238" name="Google Shape;238;p10"/>
          <p:cNvSpPr txBox="1"/>
          <p:nvPr/>
        </p:nvSpPr>
        <p:spPr>
          <a:xfrm>
            <a:off x="3281844" y="5664950"/>
            <a:ext cx="2041800" cy="173377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dirty="0">
                <a:latin typeface="Times New Roman" panose="02020603050405020304" pitchFamily="18" charset="0"/>
                <a:cs typeface="Times New Roman" panose="02020603050405020304" pitchFamily="18" charset="0"/>
              </a:rPr>
              <a:t>The churn rate is highest for people who didn't use Waze much during the last month. </a:t>
            </a:r>
            <a:endParaRPr sz="1200" dirty="0">
              <a:latin typeface="Times New Roman" panose="02020603050405020304" pitchFamily="18" charset="0"/>
              <a:cs typeface="Times New Roman" panose="02020603050405020304" pitchFamily="18" charset="0"/>
            </a:endParaRPr>
          </a:p>
          <a:p>
            <a:pPr marL="0" lvl="0" indent="0" algn="ctr" rtl="0">
              <a:spcBef>
                <a:spcPts val="1000"/>
              </a:spcBef>
              <a:spcAft>
                <a:spcPts val="1000"/>
              </a:spcAft>
              <a:buNone/>
            </a:pPr>
            <a:r>
              <a:rPr lang="en" sz="1200" dirty="0">
                <a:latin typeface="Times New Roman" panose="02020603050405020304" pitchFamily="18" charset="0"/>
                <a:cs typeface="Times New Roman" panose="02020603050405020304" pitchFamily="18" charset="0"/>
              </a:rPr>
              <a:t>The proportion of churned users to retained users is consistent between device types.</a:t>
            </a:r>
            <a:endParaRPr sz="1200" dirty="0">
              <a:latin typeface="Times New Roman" panose="02020603050405020304" pitchFamily="18" charset="0"/>
              <a:cs typeface="Times New Roman" panose="02020603050405020304" pitchFamily="18" charset="0"/>
            </a:endParaRPr>
          </a:p>
        </p:txBody>
      </p:sp>
      <p:pic>
        <p:nvPicPr>
          <p:cNvPr id="239" name="Google Shape;239;p10"/>
          <p:cNvPicPr preferRelativeResize="0"/>
          <p:nvPr/>
        </p:nvPicPr>
        <p:blipFill>
          <a:blip r:embed="rId5">
            <a:alphaModFix/>
          </a:blip>
          <a:stretch>
            <a:fillRect/>
          </a:stretch>
        </p:blipFill>
        <p:spPr>
          <a:xfrm>
            <a:off x="5271525" y="5458425"/>
            <a:ext cx="2290575" cy="19112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416</Words>
  <Application>Microsoft Office PowerPoint</Application>
  <PresentationFormat>Custom</PresentationFormat>
  <Paragraphs>29</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Times New Roman</vt:lpstr>
      <vt:lpstr>Google Sans SemiBold</vt:lpstr>
      <vt:lpstr>PT Sans Narrow</vt:lpstr>
      <vt:lpstr>Google Sans</vt:lpstr>
      <vt:lpstr>Work Sans</vt:lpstr>
      <vt:lpstr>Calibri</vt:lpstr>
      <vt:lpstr>Arial</vt:lpstr>
      <vt:lpstr>Roboto</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ameen alshagdari</cp:lastModifiedBy>
  <cp:revision>1</cp:revision>
  <dcterms:modified xsi:type="dcterms:W3CDTF">2025-08-27T09:08:38Z</dcterms:modified>
</cp:coreProperties>
</file>